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ink/ink1.xml" ContentType="application/inkml+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ink/ink2.xml" ContentType="application/inkml+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497" r:id="rId3"/>
    <p:sldId id="499" r:id="rId4"/>
    <p:sldId id="500" r:id="rId5"/>
    <p:sldId id="501" r:id="rId6"/>
    <p:sldId id="512" r:id="rId7"/>
    <p:sldId id="513" r:id="rId8"/>
    <p:sldId id="515" r:id="rId9"/>
    <p:sldId id="505" r:id="rId10"/>
    <p:sldId id="503" r:id="rId11"/>
    <p:sldId id="508" r:id="rId12"/>
    <p:sldId id="507" r:id="rId13"/>
    <p:sldId id="504" r:id="rId14"/>
    <p:sldId id="502" r:id="rId15"/>
    <p:sldId id="506" r:id="rId16"/>
    <p:sldId id="269" r:id="rId17"/>
  </p:sldIdLst>
  <p:sldSz cx="9144000" cy="6858000" type="screen4x3"/>
  <p:notesSz cx="6761163" cy="99425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CB4"/>
    <a:srgbClr val="0060AA"/>
    <a:srgbClr val="0066B3"/>
    <a:srgbClr val="E31E24"/>
    <a:srgbClr val="E8303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9393" autoAdjust="0"/>
    <p:restoredTop sz="94681"/>
  </p:normalViewPr>
  <p:slideViewPr>
    <p:cSldViewPr>
      <p:cViewPr varScale="1">
        <p:scale>
          <a:sx n="75" d="100"/>
          <a:sy n="75" d="100"/>
        </p:scale>
        <p:origin x="1013" y="43"/>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0T15:49:54.477"/>
    </inkml:context>
    <inkml:brush xml:id="br0">
      <inkml:brushProperty name="width" value="0.35" units="cm"/>
      <inkml:brushProperty name="height" value="0.35" units="cm"/>
      <inkml:brushProperty name="color" value="#FFFFFF"/>
    </inkml:brush>
  </inkml:definitions>
  <inkml:trace contextRef="#ctx0" brushRef="#br0">299 638 24575,'1'-13'0,"2"1"0,-1-1 0,2 1 0,0-1 0,0 1 0,1 0 0,0 0 0,1 1 0,12-18 0,-7 10 0,15-34 0,-25 51 0,-1 0 0,1 0 0,-1 1 0,1-1 0,-1 0 0,1 0 0,-1 0 0,0 0 0,0 0 0,0 0 0,-1-3 0,1 4 0,0 1 0,0-1 0,0 1 0,-1-1 0,1 1 0,0-1 0,-1 0 0,1 1 0,0-1 0,-1 1 0,1 0 0,-1-1 0,1 1 0,0-1 0,-1 1 0,0 0 0,1-1 0,-1 1 0,1 0 0,-1-1 0,1 1 0,-1 0 0,-1-1 0,0 1 0,-1 0 0,0 0 0,1 0 0,-1 1 0,0-1 0,1 1 0,-1-1 0,0 1 0,1 0 0,-1 0 0,1 0 0,-1 0 0,1 0 0,-4 3 0,-22 16 0,-46 41 0,-9 7 0,-17 16 0,87-77 0,6-10 0,7 1 0,-1 1 0,1 0 0,0 0 0,0 0 0,0-1 0,0 1 0,0 0 0,1 0 0,-1 0 0,0 0 0,0-1 0,1 1 0,-1 0 0,1 0 0,-1 0 0,1 0 0,-1 0 0,1 0 0,1-1 0,17-28 0,0 0 0,-2-1 0,-2-1 0,14-39 0,-27 67 0,-1-1 0,0 1 0,0-1 0,0 1 0,0-1 0,-1 0 0,0 1 0,0-9 0,0 11 0,-1 0 0,1 0 0,-1 1 0,0-1 0,0 0 0,1 1 0,-1-1 0,0 0 0,0 1 0,-1-1 0,1 1 0,0 0 0,0-1 0,-1 1 0,1 0 0,-1 0 0,1 0 0,-1 0 0,1 0 0,-1 0 0,0 0 0,1 0 0,-1 1 0,-2-2 0,1 2 0,0-1 0,1-1 0,-1 1 0,1 0 0,-1-1 0,1 1 0,0-1 0,0 0 0,0 0 0,0 0 0,0 0 0,0 0 0,0 0 0,1 0 0,-1-1 0,1 1 0,-3-5 0,2 3 0,0 0 0,0 0 0,-1 1 0,1 0 0,-1-1 0,-5-4 0,-15-3 0,21 11 0,1 0 0,0-1 0,0 1 0,0 0 0,-1-1 0,1 1 0,0-1 0,0 1 0,0-1 0,0 1 0,0-1 0,0 0 0,0 1 0,0-1 0,0 0 0,0 0 0,0 0 0,1 0 0,-1 0 0,0 0 0,0 0 0,1 0 0,-1 0 0,1 0 0,-1 0 0,1 0 0,0-1 0,-1 1 0,1 0 0,0 0 0,0 0 0,0-3 0,-1 0 0,0 1 0,1-1 0,0 0 0,0 0 0,0 0 0,1 1 0,-1-1 0,1 0 0,0 0 0,0 1 0,0-1 0,0 1 0,1-1 0,-1 1 0,1-1 0,0 1 0,0 0 0,0 0 0,1 0 0,-1 0 0,1 0 0,0 0 0,-1 1 0,1-1 0,0 1 0,0 0 0,1 0 0,-1 0 0,0 0 0,1 1 0,-1-1 0,1 1 0,0 0 0,-1 0 0,1 0 0,0 1 0,0-1 0,-1 1 0,1 0 0,0 0 0,0 0 0,0 0 0,-1 1 0,8 1 0,4 4 0,0 0 0,0 1 0,-1 0 0,25 17 0,13 7 0,-36-22 0,0-2 0,0 0 0,1-1 0,0-1 0,0-1 0,27 4 0,-39-7 0,0 0 0,0-1 0,0 0 0,-1 0 0,1 0 0,0-1 0,0 0 0,0 0 0,-1 0 0,1 0 0,0-1 0,-1 1 0,1-1 0,-1 0 0,0-1 0,1 1 0,-1-1 0,0 0 0,-1 0 0,1 0 0,0 0 0,-1-1 0,0 0 0,0 1 0,0-1 0,0 0 0,-1-1 0,4-5 0,2-15 0,-5 15 0,1 0 0,-1 0 0,2 0 0,7-13 0,-11 22 0,-1 0 0,1-1 0,0 1 0,0 0 0,0 0 0,-1 0 0,1 0 0,1 0 0,-1 0 0,0 0 0,0 1 0,0-1 0,0 0 0,0 1 0,1-1 0,-1 0 0,0 1 0,1 0 0,-1-1 0,0 1 0,1 0 0,-1-1 0,0 1 0,1 0 0,-1 0 0,1 0 0,-1 0 0,0 1 0,1-1 0,-1 0 0,1 1 0,-1-1 0,0 0 0,0 1 0,1 0 0,-1-1 0,0 1 0,0 0 0,2 1 0,2 3 0,-1-1 0,-1 1 0,1 0 0,-1 1 0,0-1 0,0 0 0,0 1 0,-1 0 0,1-1 0,-2 1 0,1 0 0,1 7 0,10 26 0,-9-31 0,1 0 0,0 0 0,0-1 0,1 0 0,0 0 0,1 0 0,-1 0 0,1-1 0,1-1 0,-1 1 0,1-1 0,12 7 0,-7-6 0,-1 0 0,1-1 0,0 0 0,0-1 0,0-1 0,1 0 0,24 2 0,-34-5 0,0 0 0,0 0 0,0-1 0,0 0 0,0 0 0,-1 0 0,1 0 0,0 0 0,0-1 0,-1 0 0,1 0 0,-1 0 0,5-3 0,43-41 0,-9 8 0,9 4 0,2 3 0,1 2 0,66-25 0,-98 46 0,1 2 0,0 1 0,0 0 0,0 2 0,43-1 0,26-3 0,-55 3 0,37 2 0,11-1 0,-73 0 0,-15-2 0,-21-2 0,-2 3 0,0 2 0,-1 1 0,1 1 0,0 1 0,0 1 0,0 2 0,0 0 0,1 2 0,-1 0 0,1 2 0,-41 19 0,61-24 0,-1 0 0,1-1 0,-1 1 0,0-1 0,0 0 0,0-1 0,-1 0 0,1 0 0,0 0 0,0-1 0,0 1 0,-1-2 0,1 1 0,0-1 0,0 0 0,-1 0 0,1 0 0,0-1 0,0 0 0,0 0 0,1-1 0,-1 1 0,1-1 0,-1-1 0,1 1 0,0-1 0,-7-6 0,5 4 0,0 0 0,-1 0 0,0 0 0,0 1 0,0 0 0,-1 1 0,0 0 0,1 0 0,-2 1 0,1 0 0,0 0 0,-1 1 0,1 0 0,-1 1 0,1 0 0,-16 1 0,2 1 0,1 0 0,0 2 0,0 0 0,0 1 0,-35 13 0,32-9 0,17-6 0,-1 0 0,0 1 0,1 0 0,0 1 0,0-1 0,0 2 0,0-1 0,0 1 0,1 0 0,0 1 0,0 0 0,-9 10 0,-2 9 0,1 1 0,1 0 0,1 2 0,-21 53 0,-129 245 0,132-268 0,-71 116 0,88-149 0,15-23 0,-1-1 0,1 1 0,0 0 0,0 0 0,0 0 0,0 0 0,1 0 0,-1 1 0,0-1 0,1 0 0,-1 0 0,1 0 0,0 1 0,0-1 0,0 0 0,0 3 0,1-4 0,-1-1 0,0 1 0,0 0 0,1-1 0,-1 1 0,0-1 0,1 1 0,-1-1 0,0 0 0,1 1 0,-1-1 0,1 1 0,-1-1 0,1 0 0,-1 1 0,1-1 0,-1 0 0,1 1 0,0-1 0,-1 0 0,2 1 0,21-3 0,-11-2 0,0-1 0,0 0 0,-1-1 0,0 0 0,0 0 0,0-1 0,18-17 0,61-66 0,-65 58 0,-2 0 0,-1-2 0,23-46 0,10-16 0,-16 26 0,-26 45 0,1 1 0,27-37 0,-39 58 0,1 0 0,-1 1 0,0-1 0,1 1 0,-1 0 0,1-1 0,0 1 0,0 1 0,0-1 0,0 0 0,0 1 0,0-1 0,0 1 0,1 0 0,-1 0 0,0 1 0,1-1 0,-1 0 0,0 1 0,1 0 0,-1 0 0,1 0 0,-1 0 0,0 1 0,1-1 0,-1 1 0,1 0 0,-1 0 0,0 0 0,0 0 0,0 1 0,0-1 0,0 1 0,0 0 0,0 0 0,0 0 0,0 0 0,-1 0 0,1 1 0,-1-1 0,0 1 0,0 0 0,0-1 0,0 1 0,0 0 0,-1 0 0,1 0 0,-1 1 0,0-1 0,1 0 0,0 7 0,1 35 0,-1 1 0,-8 77 0,5-120 0,0 10 0,-1 1 0,-1-1 0,0 0 0,-1 0 0,0-1 0,-1 1 0,0-1 0,-1 0 0,0 0 0,-1-1 0,-12 15 0,13-17 0,1-1 0,0 0 0,1 1 0,0 0 0,0 0 0,1 1 0,0-1 0,1 1 0,0-1 0,-2 18 0,4-27 0,0 0 0,0 0 0,0 0 0,0 1 0,0-1 0,0 0 0,0 0 0,0 0 0,0 0 0,0 0 0,0 0 0,0 0 0,0 1 0,0-1 0,0 0 0,0 0 0,0 0 0,0 0 0,0 0 0,0 0 0,0 0 0,0 0 0,0 1 0,0-1 0,0 0 0,0 0 0,0 0 0,0 0 0,0 0 0,0 0 0,0 0 0,1 0 0,-1 0 0,0 1 0,0-1 0,0 0 0,0 0 0,0 0 0,0 0 0,0 0 0,0 0 0,0 0 0,1 0 0,-1 0 0,0 0 0,0 0 0,0 0 0,0 0 0,0 0 0,0 0 0,0 0 0,1 0 0,-1 0 0,0 0 0,0 0 0,0 0 0,0 0 0,0 0 0,0 0 0,0 0 0,0 0 0,1 0 0,-1 0 0,7-9 0,7-14 0,41-109 0,31-60 0,-60 137 0,10-19 0,-31 66 0,-1 1 0,1 0 0,0 0 0,1 0 0,0 1 0,12-11 0,-18 16 0,1 0 0,0 0 0,0 1 0,-1-1 0,1 1 0,0-1 0,0 1 0,0-1 0,0 1 0,0-1 0,0 1 0,0 0 0,0 0 0,0-1 0,0 1 0,0 0 0,0 0 0,0 0 0,0 0 0,0 0 0,0 0 0,0 0 0,0 1 0,0-1 0,0 0 0,0 1 0,0-1 0,0 0 0,0 1 0,1 0 0,0 1 0,0 0 0,0 0 0,0 1 0,-1-1 0,1 0 0,-1 1 0,1-1 0,-1 1 0,0-1 0,0 1 0,1 3 0,2 9 0,0 0 0,2 31 0,-3 36 0,-15 161 0,1-81 0,14-131 0,1-27 0,1-19 0,4-49 0,-6 43 0,0-1 0,1 0 0,1 1 0,0 0 0,2 0 0,1 1 0,11-23 0,-3 18 0,1 0 0,39-44 0,-46 56 0,-6 9 0,-1-1 0,1 1 0,0-1 0,0 1 0,0 0 0,6-4 0,-9 8 0,0-1 0,0 1 0,0 0 0,0-1 0,0 1 0,0 0 0,0 0 0,0-1 0,0 1 0,0 0 0,0 0 0,0 0 0,0 0 0,0 1 0,0-1 0,0 0 0,0 0 0,0 1 0,0-1 0,0 0 0,0 1 0,0-1 0,0 1 0,0-1 0,0 1 0,-1-1 0,1 1 0,0 0 0,0 0 0,-1-1 0,1 1 0,0 0 0,-1 0 0,1 0 0,-1 0 0,1-1 0,-1 1 0,1 0 0,-1 0 0,0 0 0,1 2 0,6 19 0,0-1 0,-2 2 0,0-1 0,-1 0 0,0 43 0,-3 54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20T15:54:58.644"/>
    </inkml:context>
    <inkml:brush xml:id="br0">
      <inkml:brushProperty name="width" value="0.35" units="cm"/>
      <inkml:brushProperty name="height" value="0.35" units="cm"/>
      <inkml:brushProperty name="color" value="#FFFFFF"/>
    </inkml:brush>
  </inkml:definitions>
  <inkml:trace contextRef="#ctx0" brushRef="#br0">1 0 24575,'50'2'0,"58"11"0,47 1 0,-132-12 0,0 0 0,31 8 0,-30-5 0,48 4 0,-32-6 0,41 8 0,-43-5 0,57 2 0,-85-7 0,1-1 0,-1-1 0,1 0 0,-1 0 0,1-1 0,-1 0 0,0-1 0,0 0 0,0-1 0,17-8 0,-13 5 0,-1 2 0,1 0 0,1 0 0,-1 1 0,1 1 0,-1 1 0,1 0 0,0 1 0,0 0 0,26 3 0,-13 1 0,0 1 0,-1 1 0,1 2 0,45 17 0,-40-14 291,-25-8-622,0 1 0,0-1-1,0 2 1,10 4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29837" cy="498852"/>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29761" y="0"/>
            <a:ext cx="2929837" cy="498852"/>
          </a:xfrm>
          <a:prstGeom prst="rect">
            <a:avLst/>
          </a:prstGeom>
        </p:spPr>
        <p:txBody>
          <a:bodyPr vert="horz" lIns="91440" tIns="45720" rIns="91440" bIns="45720" rtlCol="0"/>
          <a:lstStyle>
            <a:lvl1pPr algn="r">
              <a:defRPr sz="1200"/>
            </a:lvl1pPr>
          </a:lstStyle>
          <a:p>
            <a:fld id="{42668431-CD35-4516-818D-B41B2C4843CF}" type="datetimeFigureOut">
              <a:rPr lang="en-IN" smtClean="0"/>
              <a:t>09-04-2026</a:t>
            </a:fld>
            <a:endParaRPr lang="en-IN"/>
          </a:p>
        </p:txBody>
      </p:sp>
      <p:sp>
        <p:nvSpPr>
          <p:cNvPr id="4" name="Slide Image Placeholder 3"/>
          <p:cNvSpPr>
            <a:spLocks noGrp="1" noRot="1" noChangeAspect="1"/>
          </p:cNvSpPr>
          <p:nvPr>
            <p:ph type="sldImg" idx="2"/>
          </p:nvPr>
        </p:nvSpPr>
        <p:spPr>
          <a:xfrm>
            <a:off x="1144588" y="1243013"/>
            <a:ext cx="4471987" cy="33559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76117" y="4784835"/>
            <a:ext cx="5408930" cy="391486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443662"/>
            <a:ext cx="2929837" cy="498851"/>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29761" y="9443662"/>
            <a:ext cx="2929837" cy="498851"/>
          </a:xfrm>
          <a:prstGeom prst="rect">
            <a:avLst/>
          </a:prstGeom>
        </p:spPr>
        <p:txBody>
          <a:bodyPr vert="horz" lIns="91440" tIns="45720" rIns="91440" bIns="45720" rtlCol="0" anchor="b"/>
          <a:lstStyle>
            <a:lvl1pPr algn="r">
              <a:defRPr sz="1200"/>
            </a:lvl1pPr>
          </a:lstStyle>
          <a:p>
            <a:fld id="{DAB949B3-C4AB-4FB2-8B24-B07A558BD59F}" type="slidenum">
              <a:rPr lang="en-IN" smtClean="0"/>
              <a:t>‹#›</a:t>
            </a:fld>
            <a:endParaRPr lang="en-IN"/>
          </a:p>
        </p:txBody>
      </p:sp>
    </p:spTree>
    <p:extLst>
      <p:ext uri="{BB962C8B-B14F-4D97-AF65-F5344CB8AC3E}">
        <p14:creationId xmlns:p14="http://schemas.microsoft.com/office/powerpoint/2010/main" val="26765345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2</a:t>
            </a:fld>
            <a:endParaRPr lang="en-IN"/>
          </a:p>
        </p:txBody>
      </p:sp>
    </p:spTree>
    <p:extLst>
      <p:ext uri="{BB962C8B-B14F-4D97-AF65-F5344CB8AC3E}">
        <p14:creationId xmlns:p14="http://schemas.microsoft.com/office/powerpoint/2010/main" val="36356005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3</a:t>
            </a:fld>
            <a:endParaRPr lang="en-IN"/>
          </a:p>
        </p:txBody>
      </p:sp>
    </p:spTree>
    <p:extLst>
      <p:ext uri="{BB962C8B-B14F-4D97-AF65-F5344CB8AC3E}">
        <p14:creationId xmlns:p14="http://schemas.microsoft.com/office/powerpoint/2010/main" val="35466966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4</a:t>
            </a:fld>
            <a:endParaRPr lang="en-IN"/>
          </a:p>
        </p:txBody>
      </p:sp>
    </p:spTree>
    <p:extLst>
      <p:ext uri="{BB962C8B-B14F-4D97-AF65-F5344CB8AC3E}">
        <p14:creationId xmlns:p14="http://schemas.microsoft.com/office/powerpoint/2010/main" val="41504681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5</a:t>
            </a:fld>
            <a:endParaRPr lang="en-IN"/>
          </a:p>
        </p:txBody>
      </p:sp>
    </p:spTree>
    <p:extLst>
      <p:ext uri="{BB962C8B-B14F-4D97-AF65-F5344CB8AC3E}">
        <p14:creationId xmlns:p14="http://schemas.microsoft.com/office/powerpoint/2010/main" val="31608931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93BE92-2836-2377-AC03-A2DE9BD92B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BC9794-528F-622F-43DD-4480761AC265}"/>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030C919C-92B7-D9DB-548B-F07A4AA3A29C}"/>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13746616-91E6-EEB7-1856-D004D3BB5C8A}"/>
              </a:ext>
            </a:extLst>
          </p:cNvPr>
          <p:cNvSpPr>
            <a:spLocks noGrp="1"/>
          </p:cNvSpPr>
          <p:nvPr>
            <p:ph type="sldNum" sz="quarter" idx="5"/>
          </p:nvPr>
        </p:nvSpPr>
        <p:spPr/>
        <p:txBody>
          <a:bodyPr/>
          <a:lstStyle/>
          <a:p>
            <a:fld id="{DAB949B3-C4AB-4FB2-8B24-B07A558BD59F}" type="slidenum">
              <a:rPr lang="en-IN" smtClean="0"/>
              <a:t>6</a:t>
            </a:fld>
            <a:endParaRPr lang="en-IN"/>
          </a:p>
        </p:txBody>
      </p:sp>
    </p:spTree>
    <p:extLst>
      <p:ext uri="{BB962C8B-B14F-4D97-AF65-F5344CB8AC3E}">
        <p14:creationId xmlns:p14="http://schemas.microsoft.com/office/powerpoint/2010/main" val="9965271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2EE8AE-6B96-A0B7-5B01-1E66F70918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6B1102-F4C9-B3F6-1EBC-67E21A0E1FA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8509EEB-322A-5BF0-4BAB-89D92C041C1E}"/>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160D25FF-334B-A586-E002-BDB8BEB75D2B}"/>
              </a:ext>
            </a:extLst>
          </p:cNvPr>
          <p:cNvSpPr>
            <a:spLocks noGrp="1"/>
          </p:cNvSpPr>
          <p:nvPr>
            <p:ph type="sldNum" sz="quarter" idx="5"/>
          </p:nvPr>
        </p:nvSpPr>
        <p:spPr/>
        <p:txBody>
          <a:bodyPr/>
          <a:lstStyle/>
          <a:p>
            <a:fld id="{DAB949B3-C4AB-4FB2-8B24-B07A558BD59F}" type="slidenum">
              <a:rPr lang="en-IN" smtClean="0"/>
              <a:t>7</a:t>
            </a:fld>
            <a:endParaRPr lang="en-IN"/>
          </a:p>
        </p:txBody>
      </p:sp>
    </p:spTree>
    <p:extLst>
      <p:ext uri="{BB962C8B-B14F-4D97-AF65-F5344CB8AC3E}">
        <p14:creationId xmlns:p14="http://schemas.microsoft.com/office/powerpoint/2010/main" val="41634716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8F754D-4F2D-9474-4AB3-35BC8ED0AB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85A4EC-D964-6B0D-E78C-0AF4084AFFF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0CD65E03-AC93-D315-4C2E-BEF80D052918}"/>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1B097879-8C39-2CDD-5D43-B5E368681496}"/>
              </a:ext>
            </a:extLst>
          </p:cNvPr>
          <p:cNvSpPr>
            <a:spLocks noGrp="1"/>
          </p:cNvSpPr>
          <p:nvPr>
            <p:ph type="sldNum" sz="quarter" idx="5"/>
          </p:nvPr>
        </p:nvSpPr>
        <p:spPr/>
        <p:txBody>
          <a:bodyPr/>
          <a:lstStyle/>
          <a:p>
            <a:fld id="{DAB949B3-C4AB-4FB2-8B24-B07A558BD59F}" type="slidenum">
              <a:rPr lang="en-IN" smtClean="0"/>
              <a:t>8</a:t>
            </a:fld>
            <a:endParaRPr lang="en-IN"/>
          </a:p>
        </p:txBody>
      </p:sp>
    </p:spTree>
    <p:extLst>
      <p:ext uri="{BB962C8B-B14F-4D97-AF65-F5344CB8AC3E}">
        <p14:creationId xmlns:p14="http://schemas.microsoft.com/office/powerpoint/2010/main" val="13275212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9</a:t>
            </a:fld>
            <a:endParaRPr lang="en-IN"/>
          </a:p>
        </p:txBody>
      </p:sp>
    </p:spTree>
    <p:extLst>
      <p:ext uri="{BB962C8B-B14F-4D97-AF65-F5344CB8AC3E}">
        <p14:creationId xmlns:p14="http://schemas.microsoft.com/office/powerpoint/2010/main" val="42715464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10</a:t>
            </a:fld>
            <a:endParaRPr lang="en-IN"/>
          </a:p>
        </p:txBody>
      </p:sp>
    </p:spTree>
    <p:extLst>
      <p:ext uri="{BB962C8B-B14F-4D97-AF65-F5344CB8AC3E}">
        <p14:creationId xmlns:p14="http://schemas.microsoft.com/office/powerpoint/2010/main" val="14696401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AA661C-EE8E-4550-79FC-6D2DE62837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A3BE65-ABC2-C31E-F7BF-5074E255AABC}"/>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E1E0FA71-42DC-F866-0B0B-A1E7E3AEB701}"/>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4A24EB81-AFC1-22F2-9431-A4C105BD9B2A}"/>
              </a:ext>
            </a:extLst>
          </p:cNvPr>
          <p:cNvSpPr>
            <a:spLocks noGrp="1"/>
          </p:cNvSpPr>
          <p:nvPr>
            <p:ph type="sldNum" sz="quarter" idx="5"/>
          </p:nvPr>
        </p:nvSpPr>
        <p:spPr/>
        <p:txBody>
          <a:bodyPr/>
          <a:lstStyle/>
          <a:p>
            <a:fld id="{DAB949B3-C4AB-4FB2-8B24-B07A558BD59F}" type="slidenum">
              <a:rPr lang="en-IN" smtClean="0"/>
              <a:t>11</a:t>
            </a:fld>
            <a:endParaRPr lang="en-IN"/>
          </a:p>
        </p:txBody>
      </p:sp>
    </p:spTree>
    <p:extLst>
      <p:ext uri="{BB962C8B-B14F-4D97-AF65-F5344CB8AC3E}">
        <p14:creationId xmlns:p14="http://schemas.microsoft.com/office/powerpoint/2010/main" val="7939383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EA6B61-674B-0ABF-F5C3-A72BF2845D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2FBED0-DE41-A040-921A-D95B51852C43}"/>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6BB3F754-664A-ECDE-8199-65800D976329}"/>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BCAF3E54-5ADF-52CC-11B5-B7F7837DEE42}"/>
              </a:ext>
            </a:extLst>
          </p:cNvPr>
          <p:cNvSpPr>
            <a:spLocks noGrp="1"/>
          </p:cNvSpPr>
          <p:nvPr>
            <p:ph type="sldNum" sz="quarter" idx="5"/>
          </p:nvPr>
        </p:nvSpPr>
        <p:spPr/>
        <p:txBody>
          <a:bodyPr/>
          <a:lstStyle/>
          <a:p>
            <a:fld id="{DAB949B3-C4AB-4FB2-8B24-B07A558BD59F}" type="slidenum">
              <a:rPr lang="en-IN" smtClean="0"/>
              <a:t>12</a:t>
            </a:fld>
            <a:endParaRPr lang="en-IN"/>
          </a:p>
        </p:txBody>
      </p:sp>
    </p:spTree>
    <p:extLst>
      <p:ext uri="{BB962C8B-B14F-4D97-AF65-F5344CB8AC3E}">
        <p14:creationId xmlns:p14="http://schemas.microsoft.com/office/powerpoint/2010/main" val="32771296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13</a:t>
            </a:fld>
            <a:endParaRPr lang="en-IN"/>
          </a:p>
        </p:txBody>
      </p:sp>
    </p:spTree>
    <p:extLst>
      <p:ext uri="{BB962C8B-B14F-4D97-AF65-F5344CB8AC3E}">
        <p14:creationId xmlns:p14="http://schemas.microsoft.com/office/powerpoint/2010/main" val="36360504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14</a:t>
            </a:fld>
            <a:endParaRPr lang="en-IN"/>
          </a:p>
        </p:txBody>
      </p:sp>
    </p:spTree>
    <p:extLst>
      <p:ext uri="{BB962C8B-B14F-4D97-AF65-F5344CB8AC3E}">
        <p14:creationId xmlns:p14="http://schemas.microsoft.com/office/powerpoint/2010/main" val="16237544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15</a:t>
            </a:fld>
            <a:endParaRPr lang="en-IN"/>
          </a:p>
        </p:txBody>
      </p:sp>
    </p:spTree>
    <p:extLst>
      <p:ext uri="{BB962C8B-B14F-4D97-AF65-F5344CB8AC3E}">
        <p14:creationId xmlns:p14="http://schemas.microsoft.com/office/powerpoint/2010/main" val="4183691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F4AA89A1-F17A-4D3D-AC08-D16056C16514}" type="datetimeFigureOut">
              <a:rPr lang="en-IN" smtClean="0"/>
              <a:t>09-04-2026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9716174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4AA89A1-F17A-4D3D-AC08-D16056C16514}" type="datetimeFigureOut">
              <a:rPr lang="en-IN" smtClean="0"/>
              <a:t>09-04-2026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6711951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4AA89A1-F17A-4D3D-AC08-D16056C16514}" type="datetimeFigureOut">
              <a:rPr lang="en-IN" smtClean="0"/>
              <a:t>09-04-2026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40507170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F4AA89A1-F17A-4D3D-AC08-D16056C16514}" type="datetimeFigureOut">
              <a:rPr lang="en-IN" smtClean="0"/>
              <a:t>09-04-2026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40911858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F4AA89A1-F17A-4D3D-AC08-D16056C16514}" type="datetimeFigureOut">
              <a:rPr lang="en-IN" smtClean="0"/>
              <a:t>09-04-2026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24613015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F4AA89A1-F17A-4D3D-AC08-D16056C16514}" type="datetimeFigureOut">
              <a:rPr lang="en-IN" smtClean="0"/>
              <a:t>09-04-2026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7852406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4AA89A1-F17A-4D3D-AC08-D16056C16514}" type="datetimeFigureOut">
              <a:rPr lang="en-IN" smtClean="0"/>
              <a:t>09-04-2026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27517875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4AA89A1-F17A-4D3D-AC08-D16056C16514}" type="datetimeFigureOut">
              <a:rPr lang="en-IN" smtClean="0"/>
              <a:t>09-04-2026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9296799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4AA89A1-F17A-4D3D-AC08-D16056C16514}" type="datetimeFigureOut">
              <a:rPr lang="en-IN" smtClean="0"/>
              <a:t>09-04-2026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36868460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4AA89A1-F17A-4D3D-AC08-D16056C16514}" type="datetimeFigureOut">
              <a:rPr lang="en-IN" smtClean="0"/>
              <a:t>09-04-2026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3627557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4AA89A1-F17A-4D3D-AC08-D16056C16514}" type="datetimeFigureOut">
              <a:rPr lang="en-IN" smtClean="0"/>
              <a:t>09-04-2026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7953898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4AA89A1-F17A-4D3D-AC08-D16056C16514}" type="datetimeFigureOut">
              <a:rPr lang="en-IN" smtClean="0"/>
              <a:t>09-04-2026</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21C46D-3F04-4F73-BF36-E6D9DA5AE143}" type="slidenum">
              <a:rPr lang="en-IN" smtClean="0"/>
              <a:t>‹#›</a:t>
            </a:fld>
            <a:endParaRPr lang="en-IN"/>
          </a:p>
        </p:txBody>
      </p:sp>
    </p:spTree>
    <p:extLst>
      <p:ext uri="{BB962C8B-B14F-4D97-AF65-F5344CB8AC3E}">
        <p14:creationId xmlns:p14="http://schemas.microsoft.com/office/powerpoint/2010/main" val="40687599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60.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customXml" Target="../ink/ink1.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4.png"/><Relationship Id="rId7"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customXml" Target="../ink/ink2.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PPT Admission Drive 2021-22-final-2_Page_01.jpg"/>
          <p:cNvPicPr>
            <a:picLocks noChangeAspect="1"/>
          </p:cNvPicPr>
          <p:nvPr/>
        </p:nvPicPr>
        <p:blipFill>
          <a:blip r:embed="rId2"/>
          <a:stretch>
            <a:fillRect/>
          </a:stretch>
        </p:blipFill>
        <p:spPr>
          <a:xfrm>
            <a:off x="0" y="0"/>
            <a:ext cx="9144000" cy="6850383"/>
          </a:xfrm>
          <a:prstGeom prst="rect">
            <a:avLst/>
          </a:prstGeom>
        </p:spPr>
      </p:pic>
    </p:spTree>
  </p:cSld>
  <p:clrMapOvr>
    <a:masterClrMapping/>
  </p:clrMapOvr>
  <p:transition>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58ECDD16-C7C5-0F49-DF00-7046CE11D9C1}"/>
              </a:ext>
            </a:extLst>
          </p:cNvPr>
          <p:cNvSpPr>
            <a:spLocks noGrp="1"/>
          </p:cNvSpPr>
          <p:nvPr>
            <p:ph idx="1"/>
          </p:nvPr>
        </p:nvSpPr>
        <p:spPr/>
        <p:txBody>
          <a:bodyPr/>
          <a:lstStyle/>
          <a:p>
            <a:endParaRPr lang="en-IN" dirty="0"/>
          </a:p>
        </p:txBody>
      </p:sp>
      <p:grpSp>
        <p:nvGrpSpPr>
          <p:cNvPr id="7" name="object 2">
            <a:extLst>
              <a:ext uri="{FF2B5EF4-FFF2-40B4-BE49-F238E27FC236}">
                <a16:creationId xmlns:a16="http://schemas.microsoft.com/office/drawing/2014/main" id="{1D305A20-5984-E45F-4F3F-8DEC06402139}"/>
              </a:ext>
            </a:extLst>
          </p:cNvPr>
          <p:cNvGrpSpPr/>
          <p:nvPr/>
        </p:nvGrpSpPr>
        <p:grpSpPr>
          <a:xfrm>
            <a:off x="22096" y="0"/>
            <a:ext cx="9126251" cy="6858000"/>
            <a:chOff x="0" y="0"/>
            <a:chExt cx="9126251" cy="6858000"/>
          </a:xfrm>
        </p:grpSpPr>
        <p:pic>
          <p:nvPicPr>
            <p:cNvPr id="9" name="object 3">
              <a:extLst>
                <a:ext uri="{FF2B5EF4-FFF2-40B4-BE49-F238E27FC236}">
                  <a16:creationId xmlns:a16="http://schemas.microsoft.com/office/drawing/2014/main" id="{BC18F496-3E06-3265-6276-17726FEDA279}"/>
                </a:ext>
              </a:extLst>
            </p:cNvPr>
            <p:cNvPicPr/>
            <p:nvPr/>
          </p:nvPicPr>
          <p:blipFill>
            <a:blip r:embed="rId3" cstate="print"/>
            <a:stretch>
              <a:fillRect/>
            </a:stretch>
          </p:blipFill>
          <p:spPr>
            <a:xfrm>
              <a:off x="0" y="0"/>
              <a:ext cx="9126251" cy="6858000"/>
            </a:xfrm>
            <a:prstGeom prst="rect">
              <a:avLst/>
            </a:prstGeom>
          </p:spPr>
        </p:pic>
        <p:sp>
          <p:nvSpPr>
            <p:cNvPr id="10" name="object 4">
              <a:extLst>
                <a:ext uri="{FF2B5EF4-FFF2-40B4-BE49-F238E27FC236}">
                  <a16:creationId xmlns:a16="http://schemas.microsoft.com/office/drawing/2014/main" id="{D1648418-EA8C-6944-2D49-FF2D85223FAB}"/>
                </a:ext>
              </a:extLst>
            </p:cNvPr>
            <p:cNvSpPr/>
            <p:nvPr/>
          </p:nvSpPr>
          <p:spPr>
            <a:xfrm>
              <a:off x="1520414" y="2060848"/>
              <a:ext cx="6306820" cy="0"/>
            </a:xfrm>
            <a:custGeom>
              <a:avLst/>
              <a:gdLst/>
              <a:ahLst/>
              <a:cxnLst/>
              <a:rect l="l" t="t" r="r" b="b"/>
              <a:pathLst>
                <a:path w="6306820">
                  <a:moveTo>
                    <a:pt x="0" y="0"/>
                  </a:moveTo>
                  <a:lnTo>
                    <a:pt x="6306545" y="0"/>
                  </a:lnTo>
                </a:path>
              </a:pathLst>
            </a:custGeom>
            <a:ln w="9525">
              <a:solidFill>
                <a:srgbClr val="4A7EBB"/>
              </a:solidFill>
            </a:ln>
          </p:spPr>
          <p:txBody>
            <a:bodyPr wrap="square" lIns="0" tIns="0" rIns="0" bIns="0" rtlCol="0"/>
            <a:lstStyle/>
            <a:p>
              <a:pPr algn="ctr"/>
              <a:endParaRPr/>
            </a:p>
          </p:txBody>
        </p:sp>
        <p:pic>
          <p:nvPicPr>
            <p:cNvPr id="14" name="object 5">
              <a:extLst>
                <a:ext uri="{FF2B5EF4-FFF2-40B4-BE49-F238E27FC236}">
                  <a16:creationId xmlns:a16="http://schemas.microsoft.com/office/drawing/2014/main" id="{860A4466-A22E-4FC7-FD6C-A0C8D3345E2C}"/>
                </a:ext>
              </a:extLst>
            </p:cNvPr>
            <p:cNvPicPr/>
            <p:nvPr/>
          </p:nvPicPr>
          <p:blipFill>
            <a:blip r:embed="rId4" cstate="print"/>
            <a:stretch>
              <a:fillRect/>
            </a:stretch>
          </p:blipFill>
          <p:spPr>
            <a:xfrm>
              <a:off x="1373968" y="150274"/>
              <a:ext cx="6396065" cy="920872"/>
            </a:xfrm>
            <a:prstGeom prst="rect">
              <a:avLst/>
            </a:prstGeom>
          </p:spPr>
        </p:pic>
      </p:grpSp>
      <p:sp>
        <p:nvSpPr>
          <p:cNvPr id="15" name="object 6">
            <a:extLst>
              <a:ext uri="{FF2B5EF4-FFF2-40B4-BE49-F238E27FC236}">
                <a16:creationId xmlns:a16="http://schemas.microsoft.com/office/drawing/2014/main" id="{C0E1BDF2-BE87-8A6B-11E8-02C37379477E}"/>
              </a:ext>
            </a:extLst>
          </p:cNvPr>
          <p:cNvSpPr txBox="1"/>
          <p:nvPr/>
        </p:nvSpPr>
        <p:spPr>
          <a:xfrm>
            <a:off x="2687563" y="2172603"/>
            <a:ext cx="3883025" cy="1516121"/>
          </a:xfrm>
          <a:prstGeom prst="rect">
            <a:avLst/>
          </a:prstGeom>
        </p:spPr>
        <p:txBody>
          <a:bodyPr vert="horz" wrap="square" lIns="0" tIns="10160" rIns="0" bIns="0" rtlCol="0">
            <a:spAutoFit/>
          </a:bodyPr>
          <a:lstStyle/>
          <a:p>
            <a:pPr marL="1096010" marR="5080" indent="-1083945">
              <a:lnSpc>
                <a:spcPct val="101000"/>
              </a:lnSpc>
              <a:spcBef>
                <a:spcPts val="80"/>
              </a:spcBef>
            </a:pPr>
            <a:r>
              <a:rPr lang="en-US" altLang="" sz="2400" b="1" spc="-40" dirty="0">
                <a:solidFill>
                  <a:srgbClr val="0070C0"/>
                </a:solidFill>
                <a:latin typeface="Calibri" panose="020F0502020204030204"/>
                <a:cs typeface="Calibri" panose="020F0502020204030204"/>
              </a:rPr>
              <a:t>Second</a:t>
            </a:r>
            <a:r>
              <a:rPr sz="2400" b="1" spc="-40" dirty="0">
                <a:solidFill>
                  <a:srgbClr val="0070C0"/>
                </a:solidFill>
                <a:latin typeface="Calibri" panose="020F0502020204030204"/>
                <a:cs typeface="Calibri" panose="020F0502020204030204"/>
              </a:rPr>
              <a:t> Year </a:t>
            </a:r>
            <a:r>
              <a:rPr sz="2400" b="1" dirty="0">
                <a:solidFill>
                  <a:srgbClr val="0070C0"/>
                </a:solidFill>
                <a:latin typeface="Calibri" panose="020F0502020204030204"/>
                <a:cs typeface="Calibri" panose="020F0502020204030204"/>
              </a:rPr>
              <a:t>Project</a:t>
            </a:r>
            <a:r>
              <a:rPr sz="2400" b="1" spc="-40" dirty="0">
                <a:solidFill>
                  <a:srgbClr val="0070C0"/>
                </a:solidFill>
                <a:latin typeface="Calibri" panose="020F0502020204030204"/>
                <a:cs typeface="Calibri" panose="020F0502020204030204"/>
              </a:rPr>
              <a:t> </a:t>
            </a:r>
            <a:r>
              <a:rPr sz="2400" b="1" spc="-10" dirty="0">
                <a:solidFill>
                  <a:srgbClr val="0070C0"/>
                </a:solidFill>
                <a:latin typeface="Calibri" panose="020F0502020204030204"/>
                <a:cs typeface="Calibri" panose="020F0502020204030204"/>
              </a:rPr>
              <a:t>Synopsis </a:t>
            </a:r>
            <a:r>
              <a:rPr sz="2400" b="1" dirty="0">
                <a:solidFill>
                  <a:srgbClr val="006CB4"/>
                </a:solidFill>
                <a:latin typeface="Calibri" panose="020F0502020204030204"/>
                <a:cs typeface="Calibri" panose="020F0502020204030204"/>
              </a:rPr>
              <a:t>Su</a:t>
            </a:r>
            <a:r>
              <a:rPr sz="2400" b="1" dirty="0">
                <a:solidFill>
                  <a:srgbClr val="0070C0"/>
                </a:solidFill>
                <a:latin typeface="Calibri" panose="020F0502020204030204"/>
                <a:cs typeface="Calibri" panose="020F0502020204030204"/>
              </a:rPr>
              <a:t>bmitted</a:t>
            </a:r>
            <a:r>
              <a:rPr sz="2400" b="1" spc="-114" dirty="0">
                <a:solidFill>
                  <a:srgbClr val="0070C0"/>
                </a:solidFill>
                <a:latin typeface="Calibri" panose="020F0502020204030204"/>
                <a:cs typeface="Calibri" panose="020F0502020204030204"/>
              </a:rPr>
              <a:t> </a:t>
            </a:r>
            <a:r>
              <a:rPr sz="2400" b="1" spc="-25" dirty="0">
                <a:solidFill>
                  <a:srgbClr val="0070C0"/>
                </a:solidFill>
                <a:latin typeface="Calibri" panose="020F0502020204030204"/>
                <a:cs typeface="Calibri" panose="020F0502020204030204"/>
              </a:rPr>
              <a:t>by</a:t>
            </a:r>
            <a:endParaRPr lang="en-US" sz="2400" b="1" spc="-25" dirty="0">
              <a:solidFill>
                <a:srgbClr val="0070C0"/>
              </a:solidFill>
              <a:latin typeface="Calibri" panose="020F0502020204030204"/>
              <a:cs typeface="Calibri" panose="020F0502020204030204"/>
            </a:endParaRPr>
          </a:p>
          <a:p>
            <a:pPr marL="1096010" marR="5080" indent="-1083945" algn="ctr">
              <a:lnSpc>
                <a:spcPct val="101000"/>
              </a:lnSpc>
              <a:spcBef>
                <a:spcPts val="80"/>
              </a:spcBef>
            </a:pPr>
            <a:r>
              <a:rPr lang="en-IN" sz="2400" dirty="0">
                <a:solidFill>
                  <a:srgbClr val="006CB4"/>
                </a:solidFill>
              </a:rPr>
              <a:t>26E2033 - ByteX</a:t>
            </a:r>
          </a:p>
          <a:p>
            <a:pPr marL="1096010" marR="5080" indent="-1083945" algn="ctr">
              <a:lnSpc>
                <a:spcPct val="101000"/>
              </a:lnSpc>
              <a:spcBef>
                <a:spcPts val="80"/>
              </a:spcBef>
            </a:pPr>
            <a:endParaRPr sz="2400" dirty="0">
              <a:latin typeface="Calibri" panose="020F0502020204030204"/>
              <a:cs typeface="Calibri" panose="020F0502020204030204"/>
            </a:endParaRPr>
          </a:p>
        </p:txBody>
      </p:sp>
      <p:graphicFrame>
        <p:nvGraphicFramePr>
          <p:cNvPr id="16" name="object 7">
            <a:extLst>
              <a:ext uri="{FF2B5EF4-FFF2-40B4-BE49-F238E27FC236}">
                <a16:creationId xmlns:a16="http://schemas.microsoft.com/office/drawing/2014/main" id="{E803A679-D3E4-9CC0-BCD0-F0F4A33A43D8}"/>
              </a:ext>
            </a:extLst>
          </p:cNvPr>
          <p:cNvGraphicFramePr>
            <a:graphicFrameLocks noGrp="1"/>
          </p:cNvGraphicFramePr>
          <p:nvPr>
            <p:extLst>
              <p:ext uri="{D42A27DB-BD31-4B8C-83A1-F6EECF244321}">
                <p14:modId xmlns:p14="http://schemas.microsoft.com/office/powerpoint/2010/main" val="426463855"/>
              </p:ext>
            </p:extLst>
          </p:nvPr>
        </p:nvGraphicFramePr>
        <p:xfrm>
          <a:off x="1695450" y="3319095"/>
          <a:ext cx="6096000" cy="2185948"/>
        </p:xfrm>
        <a:graphic>
          <a:graphicData uri="http://schemas.openxmlformats.org/drawingml/2006/table">
            <a:tbl>
              <a:tblPr firstRow="1" bandRow="1">
                <a:tableStyleId>{2D5ABB26-0587-4C30-8999-92F81FD0307C}</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364117">
                <a:tc>
                  <a:txBody>
                    <a:bodyPr/>
                    <a:lstStyle/>
                    <a:p>
                      <a:pPr algn="ctr">
                        <a:lnSpc>
                          <a:spcPct val="100000"/>
                        </a:lnSpc>
                        <a:spcBef>
                          <a:spcPts val="60"/>
                        </a:spcBef>
                      </a:pPr>
                      <a:r>
                        <a:rPr sz="1800" b="1" spc="-20" dirty="0">
                          <a:solidFill>
                            <a:srgbClr val="FFFFFF"/>
                          </a:solidFill>
                          <a:latin typeface="Calibri" panose="020F0502020204030204"/>
                          <a:cs typeface="Calibri" panose="020F0502020204030204"/>
                        </a:rPr>
                        <a:t>ROLL</a:t>
                      </a:r>
                      <a:endParaRPr sz="1800">
                        <a:latin typeface="Calibri" panose="020F0502020204030204"/>
                        <a:cs typeface="Calibri" panose="020F0502020204030204"/>
                      </a:endParaRPr>
                    </a:p>
                  </a:txBody>
                  <a:tcPr marL="0" marR="0" marT="762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D"/>
                    </a:solidFill>
                  </a:tcPr>
                </a:tc>
                <a:tc>
                  <a:txBody>
                    <a:bodyPr/>
                    <a:lstStyle/>
                    <a:p>
                      <a:pPr algn="ctr">
                        <a:lnSpc>
                          <a:spcPct val="100000"/>
                        </a:lnSpc>
                        <a:spcBef>
                          <a:spcPts val="60"/>
                        </a:spcBef>
                      </a:pPr>
                      <a:r>
                        <a:rPr sz="1800" b="1" spc="-20" dirty="0">
                          <a:solidFill>
                            <a:srgbClr val="FFFFFF"/>
                          </a:solidFill>
                          <a:latin typeface="Calibri" panose="020F0502020204030204"/>
                          <a:cs typeface="Calibri" panose="020F0502020204030204"/>
                        </a:rPr>
                        <a:t>NAME</a:t>
                      </a:r>
                      <a:endParaRPr sz="1800">
                        <a:latin typeface="Calibri" panose="020F0502020204030204"/>
                        <a:cs typeface="Calibri" panose="020F0502020204030204"/>
                      </a:endParaRPr>
                    </a:p>
                  </a:txBody>
                  <a:tcPr marL="0" marR="0" marT="762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D"/>
                    </a:solidFill>
                  </a:tcPr>
                </a:tc>
                <a:extLst>
                  <a:ext uri="{0D108BD9-81ED-4DB2-BD59-A6C34878D82A}">
                    <a16:rowId xmlns:a16="http://schemas.microsoft.com/office/drawing/2014/main" val="10000"/>
                  </a:ext>
                </a:extLst>
              </a:tr>
              <a:tr h="364740">
                <a:tc>
                  <a:txBody>
                    <a:bodyPr/>
                    <a:lstStyle/>
                    <a:p>
                      <a:pPr marL="51435">
                        <a:lnSpc>
                          <a:spcPct val="100000"/>
                        </a:lnSpc>
                        <a:spcBef>
                          <a:spcPts val="160"/>
                        </a:spcBef>
                      </a:pPr>
                      <a:r>
                        <a:rPr sz="1800" spc="-10" dirty="0">
                          <a:latin typeface="Calibri" panose="020F0502020204030204"/>
                          <a:cs typeface="Calibri" panose="020F0502020204030204"/>
                        </a:rPr>
                        <a:t>2401010056</a:t>
                      </a:r>
                      <a:endParaRPr sz="1800">
                        <a:latin typeface="Calibri" panose="020F0502020204030204"/>
                        <a:cs typeface="Calibri" panose="020F0502020204030204"/>
                      </a:endParaRPr>
                    </a:p>
                  </a:txBody>
                  <a:tcPr marL="0" marR="0" marT="2032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7E7"/>
                    </a:solidFill>
                  </a:tcPr>
                </a:tc>
                <a:tc>
                  <a:txBody>
                    <a:bodyPr/>
                    <a:lstStyle/>
                    <a:p>
                      <a:pPr marL="52070">
                        <a:lnSpc>
                          <a:spcPct val="100000"/>
                        </a:lnSpc>
                        <a:spcBef>
                          <a:spcPts val="160"/>
                        </a:spcBef>
                      </a:pPr>
                      <a:r>
                        <a:rPr sz="1800" spc="-10" dirty="0">
                          <a:latin typeface="Calibri" panose="020F0502020204030204"/>
                          <a:cs typeface="Calibri" panose="020F0502020204030204"/>
                        </a:rPr>
                        <a:t>Ananya</a:t>
                      </a:r>
                      <a:r>
                        <a:rPr sz="1800" spc="-50" dirty="0">
                          <a:latin typeface="Calibri" panose="020F0502020204030204"/>
                          <a:cs typeface="Calibri" panose="020F0502020204030204"/>
                        </a:rPr>
                        <a:t> </a:t>
                      </a:r>
                      <a:r>
                        <a:rPr sz="1800" spc="-10" dirty="0">
                          <a:latin typeface="Calibri" panose="020F0502020204030204"/>
                          <a:cs typeface="Calibri" panose="020F0502020204030204"/>
                        </a:rPr>
                        <a:t>Sharma</a:t>
                      </a:r>
                      <a:endParaRPr sz="1800">
                        <a:latin typeface="Calibri" panose="020F0502020204030204"/>
                        <a:cs typeface="Calibri" panose="020F0502020204030204"/>
                      </a:endParaRPr>
                    </a:p>
                  </a:txBody>
                  <a:tcPr marL="0" marR="0" marT="2032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7E7"/>
                    </a:solidFill>
                  </a:tcPr>
                </a:tc>
                <a:extLst>
                  <a:ext uri="{0D108BD9-81ED-4DB2-BD59-A6C34878D82A}">
                    <a16:rowId xmlns:a16="http://schemas.microsoft.com/office/drawing/2014/main" val="10001"/>
                  </a:ext>
                </a:extLst>
              </a:tr>
              <a:tr h="364117">
                <a:tc>
                  <a:txBody>
                    <a:bodyPr/>
                    <a:lstStyle/>
                    <a:p>
                      <a:pPr marL="51435">
                        <a:lnSpc>
                          <a:spcPct val="100000"/>
                        </a:lnSpc>
                        <a:spcBef>
                          <a:spcPts val="60"/>
                        </a:spcBef>
                      </a:pPr>
                      <a:r>
                        <a:rPr sz="1800" spc="-10" dirty="0">
                          <a:latin typeface="Calibri" panose="020F0502020204030204"/>
                          <a:cs typeface="Calibri" panose="020F0502020204030204"/>
                        </a:rPr>
                        <a:t>2401010055</a:t>
                      </a:r>
                      <a:endParaRPr sz="1800" dirty="0">
                        <a:latin typeface="Calibri" panose="020F0502020204030204"/>
                        <a:cs typeface="Calibri" panose="020F0502020204030204"/>
                      </a:endParaRPr>
                    </a:p>
                  </a:txBody>
                  <a:tcPr marL="0" marR="0" marT="762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ECF4"/>
                    </a:solidFill>
                  </a:tcPr>
                </a:tc>
                <a:tc>
                  <a:txBody>
                    <a:bodyPr/>
                    <a:lstStyle/>
                    <a:p>
                      <a:pPr marL="52070">
                        <a:lnSpc>
                          <a:spcPct val="100000"/>
                        </a:lnSpc>
                        <a:spcBef>
                          <a:spcPts val="60"/>
                        </a:spcBef>
                      </a:pPr>
                      <a:r>
                        <a:rPr sz="1800" dirty="0">
                          <a:latin typeface="Calibri" panose="020F0502020204030204"/>
                          <a:cs typeface="Calibri" panose="020F0502020204030204"/>
                        </a:rPr>
                        <a:t>Diksha</a:t>
                      </a:r>
                      <a:r>
                        <a:rPr sz="1800" spc="-55" dirty="0">
                          <a:latin typeface="Calibri" panose="020F0502020204030204"/>
                          <a:cs typeface="Calibri" panose="020F0502020204030204"/>
                        </a:rPr>
                        <a:t> </a:t>
                      </a:r>
                      <a:r>
                        <a:rPr sz="1800" spc="-10" dirty="0">
                          <a:latin typeface="Calibri" panose="020F0502020204030204"/>
                          <a:cs typeface="Calibri" panose="020F0502020204030204"/>
                        </a:rPr>
                        <a:t>Kumari</a:t>
                      </a:r>
                      <a:endParaRPr sz="1800">
                        <a:latin typeface="Calibri" panose="020F0502020204030204"/>
                        <a:cs typeface="Calibri" panose="020F0502020204030204"/>
                      </a:endParaRPr>
                    </a:p>
                  </a:txBody>
                  <a:tcPr marL="0" marR="0" marT="762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ECF4"/>
                    </a:solidFill>
                  </a:tcPr>
                </a:tc>
                <a:extLst>
                  <a:ext uri="{0D108BD9-81ED-4DB2-BD59-A6C34878D82A}">
                    <a16:rowId xmlns:a16="http://schemas.microsoft.com/office/drawing/2014/main" val="10002"/>
                  </a:ext>
                </a:extLst>
              </a:tr>
              <a:tr h="364740">
                <a:tc>
                  <a:txBody>
                    <a:bodyPr/>
                    <a:lstStyle/>
                    <a:p>
                      <a:pPr marL="51435">
                        <a:lnSpc>
                          <a:spcPct val="100000"/>
                        </a:lnSpc>
                        <a:spcBef>
                          <a:spcPts val="60"/>
                        </a:spcBef>
                      </a:pPr>
                      <a:r>
                        <a:rPr sz="1800" spc="-10" dirty="0">
                          <a:latin typeface="Calibri" panose="020F0502020204030204"/>
                          <a:cs typeface="Calibri" panose="020F0502020204030204"/>
                        </a:rPr>
                        <a:t>2401010113</a:t>
                      </a:r>
                      <a:endParaRPr sz="1800">
                        <a:latin typeface="Calibri" panose="020F0502020204030204"/>
                        <a:cs typeface="Calibri" panose="020F0502020204030204"/>
                      </a:endParaRPr>
                    </a:p>
                  </a:txBody>
                  <a:tcPr marL="0" marR="0" marT="762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7E7"/>
                    </a:solidFill>
                  </a:tcPr>
                </a:tc>
                <a:tc>
                  <a:txBody>
                    <a:bodyPr/>
                    <a:lstStyle/>
                    <a:p>
                      <a:pPr marL="52070">
                        <a:lnSpc>
                          <a:spcPct val="100000"/>
                        </a:lnSpc>
                        <a:spcBef>
                          <a:spcPts val="60"/>
                        </a:spcBef>
                      </a:pPr>
                      <a:r>
                        <a:rPr sz="1800" dirty="0">
                          <a:latin typeface="Calibri" panose="020F0502020204030204"/>
                          <a:cs typeface="Calibri" panose="020F0502020204030204"/>
                        </a:rPr>
                        <a:t>Krishika</a:t>
                      </a:r>
                      <a:r>
                        <a:rPr sz="1800" spc="-100" dirty="0">
                          <a:latin typeface="Calibri" panose="020F0502020204030204"/>
                          <a:cs typeface="Calibri" panose="020F0502020204030204"/>
                        </a:rPr>
                        <a:t> </a:t>
                      </a:r>
                      <a:r>
                        <a:rPr sz="1800" spc="-10" dirty="0">
                          <a:latin typeface="Calibri" panose="020F0502020204030204"/>
                          <a:cs typeface="Calibri" panose="020F0502020204030204"/>
                        </a:rPr>
                        <a:t>Sinha</a:t>
                      </a:r>
                      <a:endParaRPr sz="1800">
                        <a:latin typeface="Calibri" panose="020F0502020204030204"/>
                        <a:cs typeface="Calibri" panose="020F0502020204030204"/>
                      </a:endParaRPr>
                    </a:p>
                  </a:txBody>
                  <a:tcPr marL="0" marR="0" marT="762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7E7"/>
                    </a:solidFill>
                  </a:tcPr>
                </a:tc>
                <a:extLst>
                  <a:ext uri="{0D108BD9-81ED-4DB2-BD59-A6C34878D82A}">
                    <a16:rowId xmlns:a16="http://schemas.microsoft.com/office/drawing/2014/main" val="10003"/>
                  </a:ext>
                </a:extLst>
              </a:tr>
              <a:tr h="364117">
                <a:tc>
                  <a:txBody>
                    <a:bodyPr/>
                    <a:lstStyle/>
                    <a:p>
                      <a:pPr marL="51435">
                        <a:lnSpc>
                          <a:spcPct val="100000"/>
                        </a:lnSpc>
                        <a:spcBef>
                          <a:spcPts val="60"/>
                        </a:spcBef>
                      </a:pPr>
                      <a:r>
                        <a:rPr sz="1800" spc="-10" dirty="0">
                          <a:latin typeface="Calibri" panose="020F0502020204030204"/>
                          <a:cs typeface="Calibri" panose="020F0502020204030204"/>
                        </a:rPr>
                        <a:t>2401010033</a:t>
                      </a:r>
                      <a:endParaRPr sz="1800">
                        <a:latin typeface="Calibri" panose="020F0502020204030204"/>
                        <a:cs typeface="Calibri" panose="020F0502020204030204"/>
                      </a:endParaRPr>
                    </a:p>
                  </a:txBody>
                  <a:tcPr marL="0" marR="0" marT="762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ECF4"/>
                    </a:solidFill>
                  </a:tcPr>
                </a:tc>
                <a:tc>
                  <a:txBody>
                    <a:bodyPr/>
                    <a:lstStyle/>
                    <a:p>
                      <a:pPr marL="52070">
                        <a:lnSpc>
                          <a:spcPct val="100000"/>
                        </a:lnSpc>
                        <a:spcBef>
                          <a:spcPts val="60"/>
                        </a:spcBef>
                      </a:pPr>
                      <a:r>
                        <a:rPr sz="1800" spc="-10" dirty="0">
                          <a:latin typeface="Calibri" panose="020F0502020204030204"/>
                          <a:cs typeface="Calibri" panose="020F0502020204030204"/>
                        </a:rPr>
                        <a:t>Taniya</a:t>
                      </a:r>
                      <a:endParaRPr sz="1800" dirty="0">
                        <a:latin typeface="Calibri" panose="020F0502020204030204"/>
                        <a:cs typeface="Calibri" panose="020F0502020204030204"/>
                      </a:endParaRPr>
                    </a:p>
                  </a:txBody>
                  <a:tcPr marL="0" marR="0" marT="762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ECF4"/>
                    </a:solidFill>
                  </a:tcPr>
                </a:tc>
                <a:extLst>
                  <a:ext uri="{0D108BD9-81ED-4DB2-BD59-A6C34878D82A}">
                    <a16:rowId xmlns:a16="http://schemas.microsoft.com/office/drawing/2014/main" val="10004"/>
                  </a:ext>
                </a:extLst>
              </a:tr>
              <a:tr h="364117">
                <a:tc>
                  <a:txBody>
                    <a:bodyPr/>
                    <a:lstStyle/>
                    <a:p>
                      <a:pPr marL="51435">
                        <a:lnSpc>
                          <a:spcPct val="100000"/>
                        </a:lnSpc>
                        <a:spcBef>
                          <a:spcPts val="60"/>
                        </a:spcBef>
                      </a:pPr>
                      <a:r>
                        <a:rPr sz="1800" spc="-10" dirty="0">
                          <a:latin typeface="Calibri" panose="020F0502020204030204"/>
                          <a:cs typeface="Calibri" panose="020F0502020204030204"/>
                        </a:rPr>
                        <a:t>2401010063</a:t>
                      </a:r>
                      <a:endParaRPr sz="1800" dirty="0">
                        <a:latin typeface="Calibri" panose="020F0502020204030204"/>
                        <a:cs typeface="Calibri" panose="020F0502020204030204"/>
                      </a:endParaRPr>
                    </a:p>
                  </a:txBody>
                  <a:tcPr marL="0" marR="0" marT="762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7E7"/>
                    </a:solidFill>
                  </a:tcPr>
                </a:tc>
                <a:tc>
                  <a:txBody>
                    <a:bodyPr/>
                    <a:lstStyle/>
                    <a:p>
                      <a:pPr marL="52070">
                        <a:lnSpc>
                          <a:spcPct val="100000"/>
                        </a:lnSpc>
                        <a:spcBef>
                          <a:spcPts val="60"/>
                        </a:spcBef>
                      </a:pPr>
                      <a:r>
                        <a:rPr sz="1800" spc="-10" dirty="0">
                          <a:latin typeface="Calibri" panose="020F0502020204030204"/>
                          <a:cs typeface="Calibri" panose="020F0502020204030204"/>
                        </a:rPr>
                        <a:t>Shikha</a:t>
                      </a:r>
                      <a:endParaRPr sz="1800" dirty="0">
                        <a:latin typeface="Calibri" panose="020F0502020204030204"/>
                        <a:cs typeface="Calibri" panose="020F0502020204030204"/>
                      </a:endParaRPr>
                    </a:p>
                  </a:txBody>
                  <a:tcPr marL="0" marR="0" marT="762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7E7"/>
                    </a:solidFill>
                  </a:tcPr>
                </a:tc>
                <a:extLst>
                  <a:ext uri="{0D108BD9-81ED-4DB2-BD59-A6C34878D82A}">
                    <a16:rowId xmlns:a16="http://schemas.microsoft.com/office/drawing/2014/main" val="10005"/>
                  </a:ext>
                </a:extLst>
              </a:tr>
            </a:tbl>
          </a:graphicData>
        </a:graphic>
      </p:graphicFrame>
      <p:sp>
        <p:nvSpPr>
          <p:cNvPr id="17" name="object 8">
            <a:extLst>
              <a:ext uri="{FF2B5EF4-FFF2-40B4-BE49-F238E27FC236}">
                <a16:creationId xmlns:a16="http://schemas.microsoft.com/office/drawing/2014/main" id="{BEF835D7-5754-14BB-51E6-001CA825EBA4}"/>
              </a:ext>
            </a:extLst>
          </p:cNvPr>
          <p:cNvSpPr txBox="1">
            <a:spLocks noGrp="1"/>
          </p:cNvSpPr>
          <p:nvPr>
            <p:ph type="title"/>
          </p:nvPr>
        </p:nvSpPr>
        <p:spPr>
          <a:xfrm>
            <a:off x="2097429" y="1208722"/>
            <a:ext cx="5596255" cy="635000"/>
          </a:xfrm>
          <a:prstGeom prst="rect">
            <a:avLst/>
          </a:prstGeom>
        </p:spPr>
        <p:txBody>
          <a:bodyPr vert="horz" wrap="square" lIns="0" tIns="12700" rIns="0" bIns="0" rtlCol="0">
            <a:spAutoFit/>
          </a:bodyPr>
          <a:lstStyle/>
          <a:p>
            <a:pPr marL="12700" algn="ctr">
              <a:lnSpc>
                <a:spcPct val="100000"/>
              </a:lnSpc>
              <a:spcBef>
                <a:spcPts val="100"/>
              </a:spcBef>
            </a:pPr>
            <a:r>
              <a:rPr sz="4000" dirty="0">
                <a:solidFill>
                  <a:srgbClr val="C00000"/>
                </a:solidFill>
                <a:latin typeface="Calibri" panose="020F0502020204030204"/>
                <a:cs typeface="Calibri" panose="020F0502020204030204"/>
              </a:rPr>
              <a:t>Disaster</a:t>
            </a:r>
            <a:r>
              <a:rPr sz="4000" spc="-210" dirty="0">
                <a:solidFill>
                  <a:srgbClr val="C00000"/>
                </a:solidFill>
                <a:latin typeface="Calibri" panose="020F0502020204030204"/>
                <a:cs typeface="Calibri" panose="020F0502020204030204"/>
              </a:rPr>
              <a:t> </a:t>
            </a:r>
            <a:r>
              <a:rPr sz="4000" dirty="0">
                <a:solidFill>
                  <a:srgbClr val="C00000"/>
                </a:solidFill>
                <a:latin typeface="Calibri" panose="020F0502020204030204"/>
                <a:cs typeface="Calibri" panose="020F0502020204030204"/>
              </a:rPr>
              <a:t>Allocation</a:t>
            </a:r>
            <a:r>
              <a:rPr sz="4000" spc="-204" dirty="0">
                <a:solidFill>
                  <a:srgbClr val="C00000"/>
                </a:solidFill>
                <a:latin typeface="Calibri" panose="020F0502020204030204"/>
                <a:cs typeface="Calibri" panose="020F0502020204030204"/>
              </a:rPr>
              <a:t> </a:t>
            </a:r>
            <a:r>
              <a:rPr sz="4000" spc="-10" dirty="0">
                <a:solidFill>
                  <a:srgbClr val="C00000"/>
                </a:solidFill>
                <a:latin typeface="Calibri" panose="020F0502020204030204"/>
                <a:cs typeface="Calibri" panose="020F0502020204030204"/>
              </a:rPr>
              <a:t>System</a:t>
            </a:r>
            <a:endParaRPr sz="4000" dirty="0">
              <a:latin typeface="Calibri" panose="020F0502020204030204"/>
              <a:cs typeface="Calibri" panose="020F0502020204030204"/>
            </a:endParaRPr>
          </a:p>
        </p:txBody>
      </p:sp>
      <p:sp>
        <p:nvSpPr>
          <p:cNvPr id="18" name="object 9">
            <a:extLst>
              <a:ext uri="{FF2B5EF4-FFF2-40B4-BE49-F238E27FC236}">
                <a16:creationId xmlns:a16="http://schemas.microsoft.com/office/drawing/2014/main" id="{8C6DA10D-D179-0B15-DE75-A24DF747117D}"/>
              </a:ext>
            </a:extLst>
          </p:cNvPr>
          <p:cNvSpPr txBox="1"/>
          <p:nvPr/>
        </p:nvSpPr>
        <p:spPr>
          <a:xfrm>
            <a:off x="315180" y="5722173"/>
            <a:ext cx="4087495"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0070C0"/>
                </a:solidFill>
                <a:latin typeface="Calibri" panose="020F0502020204030204"/>
                <a:cs typeface="Calibri" panose="020F0502020204030204"/>
              </a:rPr>
              <a:t>Faculty</a:t>
            </a:r>
            <a:r>
              <a:rPr sz="1800" b="1" spc="-45" dirty="0">
                <a:solidFill>
                  <a:srgbClr val="0070C0"/>
                </a:solidFill>
                <a:latin typeface="Calibri" panose="020F0502020204030204"/>
                <a:cs typeface="Calibri" panose="020F0502020204030204"/>
              </a:rPr>
              <a:t> </a:t>
            </a:r>
            <a:r>
              <a:rPr sz="1800" b="1" dirty="0">
                <a:solidFill>
                  <a:srgbClr val="0070C0"/>
                </a:solidFill>
                <a:latin typeface="Calibri" panose="020F0502020204030204"/>
                <a:cs typeface="Calibri" panose="020F0502020204030204"/>
              </a:rPr>
              <a:t>Mentor:</a:t>
            </a:r>
            <a:r>
              <a:rPr sz="1800" b="1" spc="-40" dirty="0">
                <a:solidFill>
                  <a:srgbClr val="0070C0"/>
                </a:solidFill>
                <a:latin typeface="Calibri" panose="020F0502020204030204"/>
                <a:cs typeface="Calibri" panose="020F0502020204030204"/>
              </a:rPr>
              <a:t> Mr. </a:t>
            </a:r>
            <a:r>
              <a:rPr sz="1800" b="1" dirty="0">
                <a:solidFill>
                  <a:srgbClr val="0070C0"/>
                </a:solidFill>
                <a:latin typeface="Calibri" panose="020F0502020204030204"/>
                <a:cs typeface="Calibri" panose="020F0502020204030204"/>
              </a:rPr>
              <a:t>Nandan</a:t>
            </a:r>
            <a:r>
              <a:rPr sz="1800" b="1" spc="-40" dirty="0">
                <a:solidFill>
                  <a:srgbClr val="0070C0"/>
                </a:solidFill>
                <a:latin typeface="Calibri" panose="020F0502020204030204"/>
                <a:cs typeface="Calibri" panose="020F0502020204030204"/>
              </a:rPr>
              <a:t> </a:t>
            </a:r>
            <a:r>
              <a:rPr sz="1800" b="1" dirty="0">
                <a:solidFill>
                  <a:srgbClr val="0070C0"/>
                </a:solidFill>
                <a:latin typeface="Calibri" panose="020F0502020204030204"/>
                <a:cs typeface="Calibri" panose="020F0502020204030204"/>
              </a:rPr>
              <a:t>Kumar</a:t>
            </a:r>
            <a:r>
              <a:rPr sz="1800" b="1" spc="-45" dirty="0">
                <a:solidFill>
                  <a:srgbClr val="0070C0"/>
                </a:solidFill>
                <a:latin typeface="Calibri" panose="020F0502020204030204"/>
                <a:cs typeface="Calibri" panose="020F0502020204030204"/>
              </a:rPr>
              <a:t> </a:t>
            </a:r>
            <a:r>
              <a:rPr sz="1800" b="1" spc="-10" dirty="0">
                <a:solidFill>
                  <a:srgbClr val="0070C0"/>
                </a:solidFill>
                <a:latin typeface="Calibri" panose="020F0502020204030204"/>
                <a:cs typeface="Calibri" panose="020F0502020204030204"/>
              </a:rPr>
              <a:t>Mishra</a:t>
            </a:r>
            <a:endParaRPr sz="1800">
              <a:latin typeface="Calibri" panose="020F0502020204030204"/>
              <a:cs typeface="Calibri" panose="020F0502020204030204"/>
            </a:endParaRPr>
          </a:p>
        </p:txBody>
      </p:sp>
    </p:spTree>
    <p:extLst>
      <p:ext uri="{BB962C8B-B14F-4D97-AF65-F5344CB8AC3E}">
        <p14:creationId xmlns:p14="http://schemas.microsoft.com/office/powerpoint/2010/main" val="41425364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p:cNvSpPr>
            <a:spLocks noChangeArrowheads="1"/>
          </p:cNvSpPr>
          <p:nvPr/>
        </p:nvSpPr>
        <p:spPr bwMode="auto">
          <a:xfrm>
            <a:off x="179512" y="151593"/>
            <a:ext cx="415370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Project Overview</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3" name="TextBox 2">
            <a:extLst>
              <a:ext uri="{FF2B5EF4-FFF2-40B4-BE49-F238E27FC236}">
                <a16:creationId xmlns:a16="http://schemas.microsoft.com/office/drawing/2014/main" id="{3EA97AC2-7425-1E36-EAB0-852B02191151}"/>
              </a:ext>
            </a:extLst>
          </p:cNvPr>
          <p:cNvSpPr txBox="1"/>
          <p:nvPr/>
        </p:nvSpPr>
        <p:spPr>
          <a:xfrm>
            <a:off x="323528" y="1412776"/>
            <a:ext cx="8640960" cy="5078313"/>
          </a:xfrm>
          <a:prstGeom prst="rect">
            <a:avLst/>
          </a:prstGeom>
          <a:noFill/>
        </p:spPr>
        <p:txBody>
          <a:bodyPr wrap="square" rtlCol="0">
            <a:spAutoFit/>
          </a:bodyPr>
          <a:lstStyle/>
          <a:p>
            <a:r>
              <a:rPr lang="en-US" dirty="0"/>
              <a:t>• Disaster Resource Allocation System is designed to support efficient management of resources during emergency situations such as floods, earthquakes, and fires.</a:t>
            </a:r>
          </a:p>
          <a:p>
            <a:endParaRPr lang="en-US" dirty="0"/>
          </a:p>
          <a:p>
            <a:r>
              <a:rPr lang="en-US" dirty="0"/>
              <a:t>• The system helps record disaster information and manage available resources like food supplies, medical kits, and rescue teams.</a:t>
            </a:r>
          </a:p>
          <a:p>
            <a:endParaRPr lang="en-US" dirty="0"/>
          </a:p>
          <a:p>
            <a:r>
              <a:rPr lang="en-US" dirty="0"/>
              <a:t>• It provides a structured way to organize disaster data and track resources needed in affected areas.</a:t>
            </a:r>
          </a:p>
          <a:p>
            <a:endParaRPr lang="en-US" dirty="0"/>
          </a:p>
          <a:p>
            <a:r>
              <a:rPr lang="en-US" dirty="0"/>
              <a:t>• The backend of the system is developed using </a:t>
            </a:r>
            <a:r>
              <a:rPr lang="en-US" b="1" dirty="0" err="1"/>
              <a:t>FastAPI</a:t>
            </a:r>
            <a:r>
              <a:rPr lang="en-US" dirty="0"/>
              <a:t>, which handles API requests and system operations.</a:t>
            </a:r>
          </a:p>
          <a:p>
            <a:endParaRPr lang="en-US" dirty="0"/>
          </a:p>
          <a:p>
            <a:r>
              <a:rPr lang="en-US" dirty="0"/>
              <a:t>• </a:t>
            </a:r>
            <a:r>
              <a:rPr lang="en-US" b="1" dirty="0"/>
              <a:t>MongoDB</a:t>
            </a:r>
            <a:r>
              <a:rPr lang="en-US" dirty="0"/>
              <a:t> is used as the database to store disaster details and resource information.</a:t>
            </a:r>
          </a:p>
          <a:p>
            <a:endParaRPr lang="en-US" dirty="0"/>
          </a:p>
          <a:p>
            <a:r>
              <a:rPr lang="en-US" dirty="0"/>
              <a:t>• The main goal of the project is to improve resource distribution and support better decision-making during disaster management.</a:t>
            </a:r>
          </a:p>
          <a:p>
            <a:endParaRPr lang="en-IN" dirty="0"/>
          </a:p>
          <a:p>
            <a:endParaRPr lang="en-IN" dirty="0"/>
          </a:p>
        </p:txBody>
      </p:sp>
    </p:spTree>
    <p:extLst>
      <p:ext uri="{BB962C8B-B14F-4D97-AF65-F5344CB8AC3E}">
        <p14:creationId xmlns:p14="http://schemas.microsoft.com/office/powerpoint/2010/main" val="33537842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p:cNvSpPr>
            <a:spLocks noChangeArrowheads="1"/>
          </p:cNvSpPr>
          <p:nvPr/>
        </p:nvSpPr>
        <p:spPr bwMode="auto">
          <a:xfrm>
            <a:off x="179512" y="151593"/>
            <a:ext cx="454323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Specific Objectives</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49C5C1B2-5DDE-26A1-7316-85DB0A7F2B3A}"/>
              </a:ext>
            </a:extLst>
          </p:cNvPr>
          <p:cNvSpPr txBox="1"/>
          <p:nvPr/>
        </p:nvSpPr>
        <p:spPr>
          <a:xfrm>
            <a:off x="251520" y="1412776"/>
            <a:ext cx="8712968" cy="5047536"/>
          </a:xfrm>
          <a:prstGeom prst="rect">
            <a:avLst/>
          </a:prstGeom>
          <a:noFill/>
        </p:spPr>
        <p:txBody>
          <a:bodyPr wrap="square" rtlCol="0">
            <a:spAutoFit/>
          </a:bodyPr>
          <a:lstStyle/>
          <a:p>
            <a:r>
              <a:rPr lang="en-US" sz="1600" dirty="0"/>
              <a:t>• To design and develop a Disaster Resource Allocation System for efficient disaster management.</a:t>
            </a:r>
          </a:p>
          <a:p>
            <a:endParaRPr lang="en-US" sz="1600" dirty="0"/>
          </a:p>
          <a:p>
            <a:r>
              <a:rPr lang="en-US" sz="1600" dirty="0"/>
              <a:t>• To store and manage disaster-related information such as disaster type, location, and severity in a centralized database.</a:t>
            </a:r>
          </a:p>
          <a:p>
            <a:endParaRPr lang="en-US" sz="1600" dirty="0"/>
          </a:p>
          <a:p>
            <a:r>
              <a:rPr lang="en-US" sz="1600" dirty="0"/>
              <a:t>• To maintain and manage available resources such as food supplies, medical kits, shelters, and rescue teams.</a:t>
            </a:r>
          </a:p>
          <a:p>
            <a:endParaRPr lang="en-US" sz="1600" dirty="0"/>
          </a:p>
          <a:p>
            <a:r>
              <a:rPr lang="en-US" sz="1600" dirty="0"/>
              <a:t>• To allocate resources efficiently based on disaster severity and location.</a:t>
            </a:r>
          </a:p>
          <a:p>
            <a:endParaRPr lang="en-US" sz="1600" dirty="0"/>
          </a:p>
          <a:p>
            <a:r>
              <a:rPr lang="en-US" sz="1600" dirty="0"/>
              <a:t>• To develop backend APIs for handling disaster data, resource data, and allocation processes.</a:t>
            </a:r>
          </a:p>
          <a:p>
            <a:endParaRPr lang="en-US" sz="1600" dirty="0"/>
          </a:p>
          <a:p>
            <a:r>
              <a:rPr lang="en-US" sz="1600" dirty="0"/>
              <a:t>• To ensure secure and reliable storage of disaster information using a database system.</a:t>
            </a:r>
          </a:p>
          <a:p>
            <a:endParaRPr lang="en-US" sz="1600" dirty="0"/>
          </a:p>
          <a:p>
            <a:r>
              <a:rPr lang="en-US" sz="1600" dirty="0"/>
              <a:t>• To support effective decision-making during emergency situations through structured data management.</a:t>
            </a:r>
          </a:p>
          <a:p>
            <a:endParaRPr lang="en-US" sz="1600" dirty="0"/>
          </a:p>
          <a:p>
            <a:r>
              <a:rPr lang="en-US" sz="1600" dirty="0"/>
              <a:t>• To build a scalable system that can be integrated with a user interface for monitoring disaster response activities.</a:t>
            </a:r>
          </a:p>
          <a:p>
            <a:endParaRPr lang="en-IN" dirty="0"/>
          </a:p>
        </p:txBody>
      </p:sp>
    </p:spTree>
    <p:extLst>
      <p:ext uri="{BB962C8B-B14F-4D97-AF65-F5344CB8AC3E}">
        <p14:creationId xmlns:p14="http://schemas.microsoft.com/office/powerpoint/2010/main" val="10473292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p:cNvSpPr>
            <a:spLocks noChangeArrowheads="1"/>
          </p:cNvSpPr>
          <p:nvPr/>
        </p:nvSpPr>
        <p:spPr bwMode="auto">
          <a:xfrm>
            <a:off x="179512" y="151593"/>
            <a:ext cx="439248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Key Features</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1FA5BF19-FB56-3BE6-29B0-146651C5DC7D}"/>
              </a:ext>
            </a:extLst>
          </p:cNvPr>
          <p:cNvSpPr txBox="1"/>
          <p:nvPr/>
        </p:nvSpPr>
        <p:spPr>
          <a:xfrm>
            <a:off x="251520" y="1293834"/>
            <a:ext cx="8568952" cy="4524315"/>
          </a:xfrm>
          <a:prstGeom prst="rect">
            <a:avLst/>
          </a:prstGeom>
          <a:noFill/>
        </p:spPr>
        <p:txBody>
          <a:bodyPr wrap="square" rtlCol="0">
            <a:spAutoFit/>
          </a:bodyPr>
          <a:lstStyle/>
          <a:p>
            <a:r>
              <a:rPr lang="en-IN" dirty="0"/>
              <a:t>• Disaster information management system</a:t>
            </a:r>
          </a:p>
          <a:p>
            <a:endParaRPr lang="en-IN" dirty="0"/>
          </a:p>
          <a:p>
            <a:r>
              <a:rPr lang="en-IN" dirty="0"/>
              <a:t>• Resource management module for tracking available resources</a:t>
            </a:r>
          </a:p>
          <a:p>
            <a:endParaRPr lang="en-IN" dirty="0"/>
          </a:p>
          <a:p>
            <a:r>
              <a:rPr lang="en-IN" dirty="0"/>
              <a:t>• Automated resource allocation functionality</a:t>
            </a:r>
          </a:p>
          <a:p>
            <a:endParaRPr lang="en-IN" dirty="0"/>
          </a:p>
          <a:p>
            <a:r>
              <a:rPr lang="en-IN" dirty="0"/>
              <a:t>• Centralized database for storing disaster and resource data</a:t>
            </a:r>
          </a:p>
          <a:p>
            <a:endParaRPr lang="en-IN" dirty="0"/>
          </a:p>
          <a:p>
            <a:r>
              <a:rPr lang="en-IN" dirty="0"/>
              <a:t>• Backend API system for handling system operations</a:t>
            </a:r>
          </a:p>
          <a:p>
            <a:endParaRPr lang="en-IN" dirty="0"/>
          </a:p>
          <a:p>
            <a:r>
              <a:rPr lang="en-IN" dirty="0"/>
              <a:t>• Scalable architecture for future frontend integration</a:t>
            </a:r>
          </a:p>
          <a:p>
            <a:endParaRPr lang="en-IN" dirty="0"/>
          </a:p>
          <a:p>
            <a:r>
              <a:rPr lang="en-IN" dirty="0"/>
              <a:t>• Structured data management for better disaster response</a:t>
            </a:r>
          </a:p>
          <a:p>
            <a:endParaRPr lang="en-IN" dirty="0"/>
          </a:p>
          <a:p>
            <a:r>
              <a:rPr lang="en-IN" dirty="0"/>
              <a:t>• Easy monitoring and tracking of disaster-related information</a:t>
            </a:r>
          </a:p>
          <a:p>
            <a:endParaRPr lang="en-IN" dirty="0"/>
          </a:p>
        </p:txBody>
      </p:sp>
    </p:spTree>
    <p:extLst>
      <p:ext uri="{BB962C8B-B14F-4D97-AF65-F5344CB8AC3E}">
        <p14:creationId xmlns:p14="http://schemas.microsoft.com/office/powerpoint/2010/main" val="9574231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B33F2B-4274-D144-7093-B867F4CB379E}"/>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A9527858-67DE-3DF8-FF01-8DB1846AEB19}"/>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D2CBC630-DA86-8B5C-8CF1-BBD133225A5E}"/>
              </a:ext>
            </a:extLst>
          </p:cNvPr>
          <p:cNvSpPr>
            <a:spLocks noChangeArrowheads="1"/>
          </p:cNvSpPr>
          <p:nvPr/>
        </p:nvSpPr>
        <p:spPr bwMode="auto">
          <a:xfrm>
            <a:off x="179512" y="244288"/>
            <a:ext cx="568863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dirty="0">
                <a:latin typeface="Verdana" panose="020B0604030504040204" pitchFamily="34" charset="0"/>
                <a:cs typeface="Times New Roman" panose="02020603050405020304" pitchFamily="18" charset="0"/>
                <a:sym typeface="Arial"/>
              </a:rPr>
              <a:t>Progress Summary</a:t>
            </a:r>
            <a:endParaRPr lang="en-IN" sz="3200" b="1" dirty="0">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4FB5C432-E63F-6355-19A5-32B65372F4DD}"/>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A6D3DC83-45E5-89A4-957B-69C5B506322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2E6412DA-6D17-40E5-6A15-8B5AF801558C}"/>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E3CAC83D-4B31-DF02-5B6B-9A0B75C82098}"/>
              </a:ext>
            </a:extLst>
          </p:cNvPr>
          <p:cNvSpPr txBox="1"/>
          <p:nvPr/>
        </p:nvSpPr>
        <p:spPr>
          <a:xfrm>
            <a:off x="179512" y="1293834"/>
            <a:ext cx="8784976" cy="4801314"/>
          </a:xfrm>
          <a:prstGeom prst="rect">
            <a:avLst/>
          </a:prstGeom>
          <a:noFill/>
        </p:spPr>
        <p:txBody>
          <a:bodyPr wrap="square" rtlCol="0">
            <a:spAutoFit/>
          </a:bodyPr>
          <a:lstStyle/>
          <a:p>
            <a:r>
              <a:rPr lang="en-US" dirty="0"/>
              <a:t>The Disaster Resource Allocation System has been successfully completed with all major components fully developed and integrated. The system architecture has been designed and implemented to efficiently manage disaster information and resource distribution in an organized manner.</a:t>
            </a:r>
          </a:p>
          <a:p>
            <a:endParaRPr lang="en-US" dirty="0"/>
          </a:p>
          <a:p>
            <a:r>
              <a:rPr lang="en-US" dirty="0"/>
              <a:t>The backend of the system has been developed using </a:t>
            </a:r>
            <a:r>
              <a:rPr lang="en-US" dirty="0" err="1"/>
              <a:t>FastAPI</a:t>
            </a:r>
            <a:r>
              <a:rPr lang="en-US" dirty="0"/>
              <a:t>, with MongoDB integrated as the database for storing disaster and resource data. APIs have been created and fully implemented to handle disaster management, resource management, and resource allocation operations.</a:t>
            </a:r>
          </a:p>
          <a:p>
            <a:endParaRPr lang="en-US" dirty="0"/>
          </a:p>
          <a:p>
            <a:r>
              <a:rPr lang="en-US" dirty="0"/>
              <a:t>A functional frontend interface has also been developed, enabling users to interact with the system effectively. The APIs have been thoroughly tested using Swagger to ensure accurate data storage, retrieval, and smooth system operation.</a:t>
            </a:r>
          </a:p>
          <a:p>
            <a:r>
              <a:rPr lang="en-US" dirty="0"/>
              <a:t>The completed system includes a well-structured workflow covering disaster reporting, resource tracking, allocation, and monitoring, ensuring efficient and transparent disaster management.</a:t>
            </a:r>
          </a:p>
          <a:p>
            <a:endParaRPr lang="en-IN" dirty="0"/>
          </a:p>
        </p:txBody>
      </p:sp>
    </p:spTree>
    <p:extLst>
      <p:ext uri="{BB962C8B-B14F-4D97-AF65-F5344CB8AC3E}">
        <p14:creationId xmlns:p14="http://schemas.microsoft.com/office/powerpoint/2010/main" val="13056212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75C45B-C9D0-DBF5-811F-0F08DB7B929B}"/>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ACCAFCE0-31E7-9CED-BEF6-9C94A97D7C0B}"/>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EC8D1C93-2569-153C-C90B-6D82C35C195E}"/>
              </a:ext>
            </a:extLst>
          </p:cNvPr>
          <p:cNvSpPr>
            <a:spLocks noChangeArrowheads="1"/>
          </p:cNvSpPr>
          <p:nvPr/>
        </p:nvSpPr>
        <p:spPr bwMode="auto">
          <a:xfrm>
            <a:off x="179512" y="377423"/>
            <a:ext cx="896448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kern="100" dirty="0">
                <a:latin typeface="Verdana" panose="020B0604030504040204" pitchFamily="34" charset="0"/>
                <a:cs typeface="Times New Roman" panose="02020603050405020304" pitchFamily="18" charset="0"/>
                <a:sym typeface="Arial"/>
              </a:rPr>
              <a:t>Detailed Progress – Development Phase</a:t>
            </a:r>
            <a:endParaRPr lang="en-IN" sz="2800" b="1" dirty="0">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D6161CDA-82E4-E4CE-AB8A-F7E4594878E9}"/>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BFB65409-50C0-1C48-4C06-AA7695D3A29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a:extLst>
              <a:ext uri="{FF2B5EF4-FFF2-40B4-BE49-F238E27FC236}">
                <a16:creationId xmlns:a16="http://schemas.microsoft.com/office/drawing/2014/main" id="{F442732E-73A8-9ABC-4246-757DAB8A4BC1}"/>
              </a:ext>
            </a:extLst>
          </p:cNvPr>
          <p:cNvSpPr txBox="1"/>
          <p:nvPr/>
        </p:nvSpPr>
        <p:spPr>
          <a:xfrm>
            <a:off x="72008" y="1196752"/>
            <a:ext cx="8964488" cy="5355312"/>
          </a:xfrm>
          <a:prstGeom prst="rect">
            <a:avLst/>
          </a:prstGeom>
          <a:noFill/>
        </p:spPr>
        <p:txBody>
          <a:bodyPr wrap="square" rtlCol="0">
            <a:spAutoFit/>
          </a:bodyPr>
          <a:lstStyle/>
          <a:p>
            <a:r>
              <a:rPr lang="en-US" dirty="0"/>
              <a:t>During the implementation phase, the core structure of the Disaster Resource Allocation System was successfully developed and completed. The backend was built using </a:t>
            </a:r>
            <a:r>
              <a:rPr lang="en-US" dirty="0" err="1"/>
              <a:t>FastAPI</a:t>
            </a:r>
            <a:r>
              <a:rPr lang="en-US" dirty="0"/>
              <a:t>, which provides APIs for handling disaster data, resource data, and resource allocation processes.</a:t>
            </a:r>
          </a:p>
          <a:p>
            <a:endParaRPr lang="en-US" dirty="0"/>
          </a:p>
          <a:p>
            <a:r>
              <a:rPr lang="en-US" dirty="0"/>
              <a:t>MongoDB was integrated as the database to store disaster information and available resources in a structured format. Separate collections were created for disasters, resources, and allocation data to ensure organized storage and efficient data retrieval.</a:t>
            </a:r>
          </a:p>
          <a:p>
            <a:endParaRPr lang="en-US" dirty="0"/>
          </a:p>
          <a:p>
            <a:r>
              <a:rPr lang="en-US" dirty="0"/>
              <a:t>APIs were fully implemented for adding disaster details, managing available resources, and performing resource allocation operations. These APIs were tested using Swagger UI to verify accurate data storage, retrieval, and smooth system functionality.</a:t>
            </a:r>
          </a:p>
          <a:p>
            <a:endParaRPr lang="en-US" dirty="0"/>
          </a:p>
          <a:p>
            <a:r>
              <a:rPr lang="en-US" dirty="0"/>
              <a:t>In addition, a functional frontend interface was developed to allow users to interact with the system by entering disaster information, managing resources, and viewing outputs.</a:t>
            </a:r>
          </a:p>
          <a:p>
            <a:endParaRPr lang="en-US" dirty="0"/>
          </a:p>
          <a:p>
            <a:r>
              <a:rPr lang="en-US" dirty="0"/>
              <a:t>This phase resulted in the successful completion of the system, ensuring that all core functionalities related to disaster management and resource allocation are working effectively.</a:t>
            </a:r>
          </a:p>
          <a:p>
            <a:endParaRPr lang="en-IN" dirty="0"/>
          </a:p>
        </p:txBody>
      </p:sp>
    </p:spTree>
    <p:extLst>
      <p:ext uri="{BB962C8B-B14F-4D97-AF65-F5344CB8AC3E}">
        <p14:creationId xmlns:p14="http://schemas.microsoft.com/office/powerpoint/2010/main" val="13025461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8D32BB-160B-F81A-F23F-6E09468EEA47}"/>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1288C15D-D472-1554-6BB6-268519D566F6}"/>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655A4DC1-4544-17BC-43DC-0FEFAC1F1838}"/>
              </a:ext>
            </a:extLst>
          </p:cNvPr>
          <p:cNvSpPr>
            <a:spLocks noChangeArrowheads="1"/>
          </p:cNvSpPr>
          <p:nvPr/>
        </p:nvSpPr>
        <p:spPr bwMode="auto">
          <a:xfrm>
            <a:off x="179512" y="377423"/>
            <a:ext cx="896448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kern="100" dirty="0">
                <a:latin typeface="Verdana" panose="020B0604030504040204" pitchFamily="34" charset="0"/>
                <a:cs typeface="Times New Roman" panose="02020603050405020304" pitchFamily="18" charset="0"/>
                <a:sym typeface="Arial"/>
              </a:rPr>
              <a:t>Detailed Progress – Development Phase</a:t>
            </a:r>
            <a:endParaRPr lang="en-IN" sz="2800" b="1" dirty="0">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F40AE8FC-B551-04FB-6674-6C956CBF55DB}"/>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2C88F908-C469-3F9A-4BC6-0DECE8B8988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a:extLst>
              <a:ext uri="{FF2B5EF4-FFF2-40B4-BE49-F238E27FC236}">
                <a16:creationId xmlns:a16="http://schemas.microsoft.com/office/drawing/2014/main" id="{1B5C7DAE-ECC9-0E1D-B3CE-64C486412951}"/>
              </a:ext>
            </a:extLst>
          </p:cNvPr>
          <p:cNvSpPr txBox="1"/>
          <p:nvPr/>
        </p:nvSpPr>
        <p:spPr>
          <a:xfrm>
            <a:off x="72008" y="1196752"/>
            <a:ext cx="8964488" cy="3970318"/>
          </a:xfrm>
          <a:prstGeom prst="rect">
            <a:avLst/>
          </a:prstGeom>
          <a:noFill/>
        </p:spPr>
        <p:txBody>
          <a:bodyPr wrap="square" rtlCol="0">
            <a:spAutoFit/>
          </a:bodyPr>
          <a:lstStyle/>
          <a:p>
            <a:r>
              <a:rPr lang="en-IN" sz="2800" b="1" dirty="0"/>
              <a:t>Final Implementation Includes:</a:t>
            </a:r>
          </a:p>
          <a:p>
            <a:endParaRPr lang="en-IN" sz="2800" b="1" dirty="0"/>
          </a:p>
          <a:p>
            <a:r>
              <a:rPr lang="en-IN" sz="2800" dirty="0"/>
              <a:t>• System architecture design and implementation</a:t>
            </a:r>
          </a:p>
          <a:p>
            <a:r>
              <a:rPr lang="en-IN" sz="2800" dirty="0"/>
              <a:t>• Backend development using </a:t>
            </a:r>
            <a:r>
              <a:rPr lang="en-IN" sz="2800" dirty="0" err="1"/>
              <a:t>FastAPI</a:t>
            </a:r>
            <a:endParaRPr lang="en-IN" sz="2800" dirty="0"/>
          </a:p>
          <a:p>
            <a:r>
              <a:rPr lang="en-IN" sz="2800" dirty="0"/>
              <a:t>• MongoDB database integration</a:t>
            </a:r>
          </a:p>
          <a:p>
            <a:r>
              <a:rPr lang="en-IN" sz="2800" dirty="0"/>
              <a:t>• Disaster and resource management APIs</a:t>
            </a:r>
          </a:p>
          <a:p>
            <a:r>
              <a:rPr lang="en-IN" sz="2800" dirty="0"/>
              <a:t>• Resource allocation functionality</a:t>
            </a:r>
          </a:p>
          <a:p>
            <a:r>
              <a:rPr lang="en-IN" sz="2800" dirty="0"/>
              <a:t>• Frontend interface development</a:t>
            </a:r>
          </a:p>
          <a:p>
            <a:r>
              <a:rPr lang="en-IN" sz="2800" dirty="0"/>
              <a:t>• API testing and validation using Swagger</a:t>
            </a:r>
          </a:p>
        </p:txBody>
      </p:sp>
    </p:spTree>
    <p:extLst>
      <p:ext uri="{BB962C8B-B14F-4D97-AF65-F5344CB8AC3E}">
        <p14:creationId xmlns:p14="http://schemas.microsoft.com/office/powerpoint/2010/main" val="37880547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6512" y="0"/>
            <a:ext cx="9180512" cy="6885384"/>
          </a:xfrm>
        </p:spPr>
      </p:pic>
      <p:sp>
        <p:nvSpPr>
          <p:cNvPr id="5" name="Rectangle 1"/>
          <p:cNvSpPr>
            <a:spLocks noChangeArrowheads="1"/>
          </p:cNvSpPr>
          <p:nvPr/>
        </p:nvSpPr>
        <p:spPr bwMode="auto">
          <a:xfrm>
            <a:off x="103415" y="298973"/>
            <a:ext cx="439248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Methodology</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2B08B16A-5B85-ADF8-A6EA-3859A120D40A}"/>
              </a:ext>
            </a:extLst>
          </p:cNvPr>
          <p:cNvSpPr txBox="1"/>
          <p:nvPr/>
        </p:nvSpPr>
        <p:spPr>
          <a:xfrm>
            <a:off x="323528" y="1293834"/>
            <a:ext cx="8640960" cy="5355312"/>
          </a:xfrm>
          <a:prstGeom prst="rect">
            <a:avLst/>
          </a:prstGeom>
          <a:noFill/>
        </p:spPr>
        <p:txBody>
          <a:bodyPr wrap="square" rtlCol="0">
            <a:spAutoFit/>
          </a:bodyPr>
          <a:lstStyle/>
          <a:p>
            <a:r>
              <a:rPr lang="en-US" dirty="0"/>
              <a:t>• </a:t>
            </a:r>
            <a:r>
              <a:rPr lang="en-US" b="1" dirty="0"/>
              <a:t>Requirement Analysis</a:t>
            </a:r>
            <a:r>
              <a:rPr lang="en-US" dirty="0"/>
              <a:t> – Understanding the need for a system to manage disasters and allocate resources efficiently.</a:t>
            </a:r>
          </a:p>
          <a:p>
            <a:endParaRPr lang="en-US" dirty="0"/>
          </a:p>
          <a:p>
            <a:r>
              <a:rPr lang="en-US" dirty="0"/>
              <a:t>• </a:t>
            </a:r>
            <a:r>
              <a:rPr lang="en-US" b="1" dirty="0"/>
              <a:t>System Design</a:t>
            </a:r>
            <a:r>
              <a:rPr lang="en-US" dirty="0"/>
              <a:t> – Planning the system architecture and defining how different components of the system will work together.</a:t>
            </a:r>
          </a:p>
          <a:p>
            <a:endParaRPr lang="en-US" dirty="0"/>
          </a:p>
          <a:p>
            <a:r>
              <a:rPr lang="en-US" dirty="0"/>
              <a:t>• </a:t>
            </a:r>
            <a:r>
              <a:rPr lang="en-US" b="1" dirty="0"/>
              <a:t>Backend Development</a:t>
            </a:r>
            <a:r>
              <a:rPr lang="en-US" dirty="0"/>
              <a:t> – Developing APIs using </a:t>
            </a:r>
            <a:r>
              <a:rPr lang="en-US" b="1" dirty="0" err="1"/>
              <a:t>FastAPI</a:t>
            </a:r>
            <a:r>
              <a:rPr lang="en-US" dirty="0"/>
              <a:t> to manage disaster data, resource data, and allocation processes.</a:t>
            </a:r>
          </a:p>
          <a:p>
            <a:endParaRPr lang="en-US" dirty="0"/>
          </a:p>
          <a:p>
            <a:r>
              <a:rPr lang="en-US" dirty="0"/>
              <a:t>• </a:t>
            </a:r>
            <a:r>
              <a:rPr lang="en-US" b="1" dirty="0"/>
              <a:t>Database Integration</a:t>
            </a:r>
            <a:r>
              <a:rPr lang="en-US" dirty="0"/>
              <a:t> – Using </a:t>
            </a:r>
            <a:r>
              <a:rPr lang="en-US" b="1" dirty="0"/>
              <a:t>MongoDB</a:t>
            </a:r>
            <a:r>
              <a:rPr lang="en-US" dirty="0"/>
              <a:t> to store and manage disaster and resource information.</a:t>
            </a:r>
          </a:p>
          <a:p>
            <a:endParaRPr lang="en-US" dirty="0"/>
          </a:p>
          <a:p>
            <a:r>
              <a:rPr lang="en-US" dirty="0"/>
              <a:t>• </a:t>
            </a:r>
            <a:r>
              <a:rPr lang="en-US" b="1" dirty="0"/>
              <a:t>Frontend Development</a:t>
            </a:r>
            <a:r>
              <a:rPr lang="en-US" dirty="0"/>
              <a:t> – Creating a basic user interface to interact with the system.</a:t>
            </a:r>
          </a:p>
          <a:p>
            <a:endParaRPr lang="en-US" dirty="0"/>
          </a:p>
          <a:p>
            <a:r>
              <a:rPr lang="en-US" dirty="0"/>
              <a:t>• </a:t>
            </a:r>
            <a:r>
              <a:rPr lang="en-US" b="1" dirty="0"/>
              <a:t>API Testing</a:t>
            </a:r>
            <a:r>
              <a:rPr lang="en-US" dirty="0"/>
              <a:t> – Testing APIs using </a:t>
            </a:r>
            <a:r>
              <a:rPr lang="en-US" b="1" dirty="0"/>
              <a:t>Swagger UI</a:t>
            </a:r>
            <a:r>
              <a:rPr lang="en-US" dirty="0"/>
              <a:t> to ensure proper data storage and retrieval.</a:t>
            </a:r>
          </a:p>
          <a:p>
            <a:endParaRPr lang="en-US" dirty="0"/>
          </a:p>
          <a:p>
            <a:r>
              <a:rPr lang="en-US" dirty="0"/>
              <a:t>• </a:t>
            </a:r>
            <a:r>
              <a:rPr lang="en-US" b="1" dirty="0"/>
              <a:t>System Integration</a:t>
            </a:r>
            <a:r>
              <a:rPr lang="en-US" dirty="0"/>
              <a:t> – Ensuring that the different components of the system work together smoothly.</a:t>
            </a:r>
          </a:p>
          <a:p>
            <a:endParaRPr lang="en-IN" dirty="0"/>
          </a:p>
        </p:txBody>
      </p:sp>
    </p:spTree>
    <p:extLst>
      <p:ext uri="{BB962C8B-B14F-4D97-AF65-F5344CB8AC3E}">
        <p14:creationId xmlns:p14="http://schemas.microsoft.com/office/powerpoint/2010/main" val="10998783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p:cNvSpPr>
            <a:spLocks noChangeArrowheads="1"/>
          </p:cNvSpPr>
          <p:nvPr/>
        </p:nvSpPr>
        <p:spPr bwMode="auto">
          <a:xfrm>
            <a:off x="177133" y="100424"/>
            <a:ext cx="828092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Prototype/Project Flow diagram/Architecture</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8" name="Rectangle 1">
            <a:extLst>
              <a:ext uri="{FF2B5EF4-FFF2-40B4-BE49-F238E27FC236}">
                <a16:creationId xmlns:a16="http://schemas.microsoft.com/office/drawing/2014/main" id="{BB1AC4FE-9A4F-F464-CA8E-3B900C29746B}"/>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mc:AlternateContent xmlns:mc="http://schemas.openxmlformats.org/markup-compatibility/2006" xmlns:p14="http://schemas.microsoft.com/office/powerpoint/2010/main">
        <mc:Choice Requires="p14">
          <p:contentPart p14:bwMode="auto" r:id="rId5">
            <p14:nvContentPartPr>
              <p14:cNvPr id="14" name="Ink 13">
                <a:extLst>
                  <a:ext uri="{FF2B5EF4-FFF2-40B4-BE49-F238E27FC236}">
                    <a16:creationId xmlns:a16="http://schemas.microsoft.com/office/drawing/2014/main" id="{72AEF02E-64A6-6432-1444-81368AF7F7EA}"/>
                  </a:ext>
                </a:extLst>
              </p14:cNvPr>
              <p14:cNvContentPartPr/>
              <p14:nvPr/>
            </p14:nvContentPartPr>
            <p14:xfrm>
              <a:off x="6087360" y="2475240"/>
              <a:ext cx="646200" cy="333720"/>
            </p14:xfrm>
          </p:contentPart>
        </mc:Choice>
        <mc:Fallback xmlns="">
          <p:pic>
            <p:nvPicPr>
              <p:cNvPr id="14" name="Ink 13">
                <a:extLst>
                  <a:ext uri="{FF2B5EF4-FFF2-40B4-BE49-F238E27FC236}">
                    <a16:creationId xmlns:a16="http://schemas.microsoft.com/office/drawing/2014/main" id="{72AEF02E-64A6-6432-1444-81368AF7F7EA}"/>
                  </a:ext>
                </a:extLst>
              </p:cNvPr>
              <p:cNvPicPr/>
              <p:nvPr/>
            </p:nvPicPr>
            <p:blipFill>
              <a:blip r:embed="rId7"/>
              <a:stretch>
                <a:fillRect/>
              </a:stretch>
            </p:blipFill>
            <p:spPr>
              <a:xfrm>
                <a:off x="6024360" y="2412240"/>
                <a:ext cx="771840" cy="459360"/>
              </a:xfrm>
              <a:prstGeom prst="rect">
                <a:avLst/>
              </a:prstGeom>
            </p:spPr>
          </p:pic>
        </mc:Fallback>
      </mc:AlternateContent>
      <p:sp>
        <p:nvSpPr>
          <p:cNvPr id="2" name="TextBox 1">
            <a:extLst>
              <a:ext uri="{FF2B5EF4-FFF2-40B4-BE49-F238E27FC236}">
                <a16:creationId xmlns:a16="http://schemas.microsoft.com/office/drawing/2014/main" id="{EE1FEB25-210E-C412-D0B7-16F6E4429B7A}"/>
              </a:ext>
            </a:extLst>
          </p:cNvPr>
          <p:cNvSpPr txBox="1"/>
          <p:nvPr/>
        </p:nvSpPr>
        <p:spPr>
          <a:xfrm>
            <a:off x="323528" y="1293834"/>
            <a:ext cx="4968552" cy="4683333"/>
          </a:xfrm>
          <a:prstGeom prst="rect">
            <a:avLst/>
          </a:prstGeom>
          <a:noFill/>
        </p:spPr>
        <p:txBody>
          <a:bodyPr wrap="square" rtlCol="0">
            <a:spAutoFit/>
          </a:bodyPr>
          <a:lstStyle/>
          <a:p>
            <a:pPr marL="12700">
              <a:lnSpc>
                <a:spcPct val="100000"/>
              </a:lnSpc>
              <a:spcBef>
                <a:spcPts val="100"/>
              </a:spcBef>
            </a:pPr>
            <a:r>
              <a:rPr lang="en-US" sz="1700" b="1" u="sng" dirty="0">
                <a:uFill>
                  <a:solidFill>
                    <a:srgbClr val="000000"/>
                  </a:solidFill>
                </a:uFill>
                <a:latin typeface="Times New Roman" panose="02020603050405020304"/>
                <a:cs typeface="Times New Roman" panose="02020603050405020304"/>
              </a:rPr>
              <a:t>System</a:t>
            </a:r>
            <a:r>
              <a:rPr lang="en-US" sz="1700" b="1" u="sng" spc="-25" dirty="0">
                <a:uFill>
                  <a:solidFill>
                    <a:srgbClr val="000000"/>
                  </a:solidFill>
                </a:uFill>
                <a:latin typeface="Times New Roman" panose="02020603050405020304"/>
                <a:cs typeface="Times New Roman" panose="02020603050405020304"/>
              </a:rPr>
              <a:t> </a:t>
            </a:r>
            <a:r>
              <a:rPr lang="en-US" sz="1700" b="1" u="sng" spc="-10" dirty="0">
                <a:uFill>
                  <a:solidFill>
                    <a:srgbClr val="000000"/>
                  </a:solidFill>
                </a:uFill>
                <a:latin typeface="Times New Roman" panose="02020603050405020304"/>
                <a:cs typeface="Times New Roman" panose="02020603050405020304"/>
              </a:rPr>
              <a:t>Flow:</a:t>
            </a:r>
            <a:endParaRPr lang="en-US" sz="1700" dirty="0">
              <a:latin typeface="Times New Roman" panose="02020603050405020304"/>
              <a:cs typeface="Times New Roman" panose="02020603050405020304"/>
            </a:endParaRPr>
          </a:p>
          <a:p>
            <a:pPr marL="469265" indent="-316865">
              <a:lnSpc>
                <a:spcPct val="100000"/>
              </a:lnSpc>
              <a:spcBef>
                <a:spcPts val="1300"/>
              </a:spcBef>
              <a:buFont typeface="Times New Roman" panose="02020603050405020304"/>
              <a:buAutoNum type="arabicPeriod"/>
              <a:tabLst>
                <a:tab pos="469265" algn="l"/>
              </a:tabLst>
            </a:pPr>
            <a:r>
              <a:rPr lang="en-US" sz="1700" dirty="0">
                <a:latin typeface="Times New Roman" panose="02020603050405020304"/>
                <a:cs typeface="Times New Roman" panose="02020603050405020304"/>
              </a:rPr>
              <a:t>User</a:t>
            </a:r>
            <a:r>
              <a:rPr lang="en-US" sz="1700" spc="-25" dirty="0">
                <a:latin typeface="Times New Roman" panose="02020603050405020304"/>
                <a:cs typeface="Times New Roman" panose="02020603050405020304"/>
              </a:rPr>
              <a:t> </a:t>
            </a:r>
            <a:r>
              <a:rPr lang="en-US" sz="1700" dirty="0">
                <a:latin typeface="Times New Roman" panose="02020603050405020304"/>
                <a:cs typeface="Times New Roman" panose="02020603050405020304"/>
              </a:rPr>
              <a:t>accesses</a:t>
            </a:r>
            <a:r>
              <a:rPr lang="en-US" sz="1700" spc="-25" dirty="0">
                <a:latin typeface="Times New Roman" panose="02020603050405020304"/>
                <a:cs typeface="Times New Roman" panose="02020603050405020304"/>
              </a:rPr>
              <a:t> </a:t>
            </a:r>
            <a:r>
              <a:rPr lang="en-US" sz="1700" dirty="0">
                <a:latin typeface="Times New Roman" panose="02020603050405020304"/>
                <a:cs typeface="Times New Roman" panose="02020603050405020304"/>
              </a:rPr>
              <a:t>the</a:t>
            </a:r>
            <a:r>
              <a:rPr lang="en-US" sz="1700" spc="-30" dirty="0">
                <a:latin typeface="Times New Roman" panose="02020603050405020304"/>
                <a:cs typeface="Times New Roman" panose="02020603050405020304"/>
              </a:rPr>
              <a:t> </a:t>
            </a:r>
            <a:r>
              <a:rPr lang="en-US" sz="1700" dirty="0">
                <a:latin typeface="Times New Roman" panose="02020603050405020304"/>
                <a:cs typeface="Times New Roman" panose="02020603050405020304"/>
              </a:rPr>
              <a:t>system</a:t>
            </a:r>
            <a:r>
              <a:rPr lang="en-US" sz="1700" spc="-25" dirty="0">
                <a:latin typeface="Times New Roman" panose="02020603050405020304"/>
                <a:cs typeface="Times New Roman" panose="02020603050405020304"/>
              </a:rPr>
              <a:t> </a:t>
            </a:r>
            <a:r>
              <a:rPr lang="en-US" sz="1700" dirty="0">
                <a:latin typeface="Times New Roman" panose="02020603050405020304"/>
                <a:cs typeface="Times New Roman" panose="02020603050405020304"/>
              </a:rPr>
              <a:t>through</a:t>
            </a:r>
            <a:r>
              <a:rPr lang="en-US" sz="1700" spc="-25" dirty="0">
                <a:latin typeface="Times New Roman" panose="02020603050405020304"/>
                <a:cs typeface="Times New Roman" panose="02020603050405020304"/>
              </a:rPr>
              <a:t> </a:t>
            </a:r>
            <a:r>
              <a:rPr lang="en-US" sz="1700" dirty="0">
                <a:latin typeface="Times New Roman" panose="02020603050405020304"/>
                <a:cs typeface="Times New Roman" panose="02020603050405020304"/>
              </a:rPr>
              <a:t>a</a:t>
            </a:r>
            <a:r>
              <a:rPr lang="en-US" sz="1700" spc="-20" dirty="0">
                <a:latin typeface="Times New Roman" panose="02020603050405020304"/>
                <a:cs typeface="Times New Roman" panose="02020603050405020304"/>
              </a:rPr>
              <a:t> </a:t>
            </a:r>
            <a:r>
              <a:rPr lang="en-US" sz="1700" dirty="0">
                <a:latin typeface="Times New Roman" panose="02020603050405020304"/>
                <a:cs typeface="Times New Roman" panose="02020603050405020304"/>
              </a:rPr>
              <a:t>web</a:t>
            </a:r>
            <a:r>
              <a:rPr lang="en-US" sz="1700" spc="-25" dirty="0">
                <a:latin typeface="Times New Roman" panose="02020603050405020304"/>
                <a:cs typeface="Times New Roman" panose="02020603050405020304"/>
              </a:rPr>
              <a:t> </a:t>
            </a:r>
            <a:r>
              <a:rPr lang="en-US" sz="1700" spc="-10" dirty="0">
                <a:latin typeface="Times New Roman" panose="02020603050405020304"/>
                <a:cs typeface="Times New Roman" panose="02020603050405020304"/>
              </a:rPr>
              <a:t>browser</a:t>
            </a:r>
            <a:endParaRPr lang="en-US" sz="1700" dirty="0">
              <a:latin typeface="Times New Roman" panose="02020603050405020304"/>
              <a:cs typeface="Times New Roman" panose="02020603050405020304"/>
            </a:endParaRPr>
          </a:p>
          <a:p>
            <a:pPr marL="469265" indent="-316865">
              <a:lnSpc>
                <a:spcPct val="100000"/>
              </a:lnSpc>
              <a:spcBef>
                <a:spcPts val="1100"/>
              </a:spcBef>
              <a:buFont typeface="Times New Roman" panose="02020603050405020304"/>
              <a:buAutoNum type="arabicPeriod"/>
              <a:tabLst>
                <a:tab pos="469265" algn="l"/>
              </a:tabLst>
            </a:pPr>
            <a:r>
              <a:rPr lang="en-US" sz="1700" dirty="0">
                <a:latin typeface="Times New Roman" panose="02020603050405020304"/>
                <a:cs typeface="Times New Roman" panose="02020603050405020304"/>
              </a:rPr>
              <a:t>User</a:t>
            </a:r>
            <a:r>
              <a:rPr lang="en-US" sz="1700" spc="-30" dirty="0">
                <a:latin typeface="Times New Roman" panose="02020603050405020304"/>
                <a:cs typeface="Times New Roman" panose="02020603050405020304"/>
              </a:rPr>
              <a:t> </a:t>
            </a:r>
            <a:r>
              <a:rPr lang="en-US" sz="1700" dirty="0">
                <a:latin typeface="Times New Roman" panose="02020603050405020304"/>
                <a:cs typeface="Times New Roman" panose="02020603050405020304"/>
              </a:rPr>
              <a:t>registers</a:t>
            </a:r>
            <a:r>
              <a:rPr lang="en-US" sz="1700" spc="-25" dirty="0">
                <a:latin typeface="Times New Roman" panose="02020603050405020304"/>
                <a:cs typeface="Times New Roman" panose="02020603050405020304"/>
              </a:rPr>
              <a:t> </a:t>
            </a:r>
            <a:r>
              <a:rPr lang="en-US" sz="1700" dirty="0">
                <a:latin typeface="Times New Roman" panose="02020603050405020304"/>
                <a:cs typeface="Times New Roman" panose="02020603050405020304"/>
              </a:rPr>
              <a:t>or</a:t>
            </a:r>
            <a:r>
              <a:rPr lang="en-US" sz="1700" spc="-25" dirty="0">
                <a:latin typeface="Times New Roman" panose="02020603050405020304"/>
                <a:cs typeface="Times New Roman" panose="02020603050405020304"/>
              </a:rPr>
              <a:t> </a:t>
            </a:r>
            <a:r>
              <a:rPr lang="en-US" sz="1700" dirty="0">
                <a:latin typeface="Times New Roman" panose="02020603050405020304"/>
                <a:cs typeface="Times New Roman" panose="02020603050405020304"/>
              </a:rPr>
              <a:t>logs</a:t>
            </a:r>
            <a:r>
              <a:rPr lang="en-US" sz="1700" spc="-25" dirty="0">
                <a:latin typeface="Times New Roman" panose="02020603050405020304"/>
                <a:cs typeface="Times New Roman" panose="02020603050405020304"/>
              </a:rPr>
              <a:t> </a:t>
            </a:r>
            <a:r>
              <a:rPr lang="en-US" sz="1700" dirty="0">
                <a:latin typeface="Times New Roman" panose="02020603050405020304"/>
                <a:cs typeface="Times New Roman" panose="02020603050405020304"/>
              </a:rPr>
              <a:t>into</a:t>
            </a:r>
            <a:r>
              <a:rPr lang="en-US" sz="1700" spc="-25" dirty="0">
                <a:latin typeface="Times New Roman" panose="02020603050405020304"/>
                <a:cs typeface="Times New Roman" panose="02020603050405020304"/>
              </a:rPr>
              <a:t> </a:t>
            </a:r>
            <a:r>
              <a:rPr lang="en-US" sz="1700" dirty="0">
                <a:latin typeface="Times New Roman" panose="02020603050405020304"/>
                <a:cs typeface="Times New Roman" panose="02020603050405020304"/>
              </a:rPr>
              <a:t>the</a:t>
            </a:r>
            <a:r>
              <a:rPr lang="en-US" sz="1700" spc="-30" dirty="0">
                <a:latin typeface="Times New Roman" panose="02020603050405020304"/>
                <a:cs typeface="Times New Roman" panose="02020603050405020304"/>
              </a:rPr>
              <a:t> </a:t>
            </a:r>
            <a:r>
              <a:rPr lang="en-US" sz="1700" spc="-10" dirty="0">
                <a:latin typeface="Times New Roman" panose="02020603050405020304"/>
                <a:cs typeface="Times New Roman" panose="02020603050405020304"/>
              </a:rPr>
              <a:t>system</a:t>
            </a:r>
            <a:endParaRPr lang="en-US" sz="1700" dirty="0">
              <a:latin typeface="Times New Roman" panose="02020603050405020304"/>
              <a:cs typeface="Times New Roman" panose="02020603050405020304"/>
            </a:endParaRPr>
          </a:p>
          <a:p>
            <a:pPr marL="469265" indent="-316865">
              <a:lnSpc>
                <a:spcPct val="100000"/>
              </a:lnSpc>
              <a:spcBef>
                <a:spcPts val="1100"/>
              </a:spcBef>
              <a:buFont typeface="Times New Roman" panose="02020603050405020304"/>
              <a:buAutoNum type="arabicPeriod"/>
              <a:tabLst>
                <a:tab pos="469265" algn="l"/>
              </a:tabLst>
            </a:pPr>
            <a:r>
              <a:rPr lang="en-US" sz="1700" dirty="0">
                <a:latin typeface="Times New Roman" panose="02020603050405020304"/>
                <a:cs typeface="Times New Roman" panose="02020603050405020304"/>
              </a:rPr>
              <a:t>Authentication</a:t>
            </a:r>
            <a:r>
              <a:rPr lang="en-US" sz="1700" spc="-15" dirty="0">
                <a:latin typeface="Times New Roman" panose="02020603050405020304"/>
                <a:cs typeface="Times New Roman" panose="02020603050405020304"/>
              </a:rPr>
              <a:t> </a:t>
            </a:r>
            <a:r>
              <a:rPr lang="en-US" sz="1700" dirty="0">
                <a:latin typeface="Times New Roman" panose="02020603050405020304"/>
                <a:cs typeface="Times New Roman" panose="02020603050405020304"/>
              </a:rPr>
              <a:t>module</a:t>
            </a:r>
            <a:r>
              <a:rPr lang="en-US" sz="1700" spc="-15" dirty="0">
                <a:latin typeface="Times New Roman" panose="02020603050405020304"/>
                <a:cs typeface="Times New Roman" panose="02020603050405020304"/>
              </a:rPr>
              <a:t> </a:t>
            </a:r>
            <a:r>
              <a:rPr lang="en-US" sz="1700" dirty="0">
                <a:latin typeface="Times New Roman" panose="02020603050405020304"/>
                <a:cs typeface="Times New Roman" panose="02020603050405020304"/>
              </a:rPr>
              <a:t>verifies</a:t>
            </a:r>
            <a:r>
              <a:rPr lang="en-US" sz="1700" spc="-10" dirty="0">
                <a:latin typeface="Times New Roman" panose="02020603050405020304"/>
                <a:cs typeface="Times New Roman" panose="02020603050405020304"/>
              </a:rPr>
              <a:t> credentials</a:t>
            </a:r>
            <a:endParaRPr lang="en-US" sz="1700" dirty="0">
              <a:latin typeface="Times New Roman" panose="02020603050405020304"/>
              <a:cs typeface="Times New Roman" panose="02020603050405020304"/>
            </a:endParaRPr>
          </a:p>
          <a:p>
            <a:pPr marL="469265" indent="-316865">
              <a:lnSpc>
                <a:spcPct val="100000"/>
              </a:lnSpc>
              <a:spcBef>
                <a:spcPts val="1100"/>
              </a:spcBef>
              <a:buFont typeface="Times New Roman" panose="02020603050405020304"/>
              <a:buAutoNum type="arabicPeriod"/>
              <a:tabLst>
                <a:tab pos="469265" algn="l"/>
              </a:tabLst>
            </a:pPr>
            <a:r>
              <a:rPr lang="en-US" sz="1700" dirty="0">
                <a:latin typeface="Times New Roman" panose="02020603050405020304"/>
                <a:cs typeface="Times New Roman" panose="02020603050405020304"/>
              </a:rPr>
              <a:t>User</a:t>
            </a:r>
            <a:r>
              <a:rPr lang="en-US" sz="1700" spc="-15" dirty="0">
                <a:latin typeface="Times New Roman" panose="02020603050405020304"/>
                <a:cs typeface="Times New Roman" panose="02020603050405020304"/>
              </a:rPr>
              <a:t> </a:t>
            </a:r>
            <a:r>
              <a:rPr lang="en-US" sz="1700" dirty="0">
                <a:latin typeface="Times New Roman" panose="02020603050405020304"/>
                <a:cs typeface="Times New Roman" panose="02020603050405020304"/>
              </a:rPr>
              <a:t>is</a:t>
            </a:r>
            <a:r>
              <a:rPr lang="en-US" sz="1700" spc="-15" dirty="0">
                <a:latin typeface="Times New Roman" panose="02020603050405020304"/>
                <a:cs typeface="Times New Roman" panose="02020603050405020304"/>
              </a:rPr>
              <a:t> </a:t>
            </a:r>
            <a:r>
              <a:rPr lang="en-US" sz="1700" spc="-10" dirty="0">
                <a:latin typeface="Times New Roman" panose="02020603050405020304"/>
                <a:cs typeface="Times New Roman" panose="02020603050405020304"/>
              </a:rPr>
              <a:t>redirected</a:t>
            </a:r>
            <a:r>
              <a:rPr lang="en-US" sz="1700" spc="-15" dirty="0">
                <a:latin typeface="Times New Roman" panose="02020603050405020304"/>
                <a:cs typeface="Times New Roman" panose="02020603050405020304"/>
              </a:rPr>
              <a:t> </a:t>
            </a:r>
            <a:r>
              <a:rPr lang="en-US" sz="1700" dirty="0">
                <a:latin typeface="Times New Roman" panose="02020603050405020304"/>
                <a:cs typeface="Times New Roman" panose="02020603050405020304"/>
              </a:rPr>
              <a:t>to</a:t>
            </a:r>
            <a:r>
              <a:rPr lang="en-US" sz="1700" spc="-15" dirty="0">
                <a:latin typeface="Times New Roman" panose="02020603050405020304"/>
                <a:cs typeface="Times New Roman" panose="02020603050405020304"/>
              </a:rPr>
              <a:t> </a:t>
            </a:r>
            <a:r>
              <a:rPr lang="en-US" sz="1700" dirty="0">
                <a:latin typeface="Times New Roman" panose="02020603050405020304"/>
                <a:cs typeface="Times New Roman" panose="02020603050405020304"/>
              </a:rPr>
              <a:t>the</a:t>
            </a:r>
            <a:r>
              <a:rPr lang="en-US" sz="1700" spc="-15" dirty="0">
                <a:latin typeface="Times New Roman" panose="02020603050405020304"/>
                <a:cs typeface="Times New Roman" panose="02020603050405020304"/>
              </a:rPr>
              <a:t> </a:t>
            </a:r>
            <a:r>
              <a:rPr lang="en-US" sz="1700" spc="-10" dirty="0">
                <a:latin typeface="Times New Roman" panose="02020603050405020304"/>
                <a:cs typeface="Times New Roman" panose="02020603050405020304"/>
              </a:rPr>
              <a:t>dashboard</a:t>
            </a:r>
            <a:endParaRPr lang="en-US" sz="1700" dirty="0">
              <a:latin typeface="Times New Roman" panose="02020603050405020304"/>
              <a:cs typeface="Times New Roman" panose="02020603050405020304"/>
            </a:endParaRPr>
          </a:p>
          <a:p>
            <a:pPr marL="469265" indent="-316865">
              <a:lnSpc>
                <a:spcPct val="100000"/>
              </a:lnSpc>
              <a:spcBef>
                <a:spcPts val="1100"/>
              </a:spcBef>
              <a:buFont typeface="Times New Roman" panose="02020603050405020304"/>
              <a:buAutoNum type="arabicPeriod"/>
              <a:tabLst>
                <a:tab pos="469265" algn="l"/>
              </a:tabLst>
            </a:pPr>
            <a:r>
              <a:rPr lang="en-US" sz="1700" dirty="0">
                <a:latin typeface="Times New Roman" panose="02020603050405020304"/>
                <a:cs typeface="Times New Roman" panose="02020603050405020304"/>
              </a:rPr>
              <a:t>User</a:t>
            </a:r>
            <a:r>
              <a:rPr lang="en-US" sz="1700" spc="-30" dirty="0">
                <a:latin typeface="Times New Roman" panose="02020603050405020304"/>
                <a:cs typeface="Times New Roman" panose="02020603050405020304"/>
              </a:rPr>
              <a:t> </a:t>
            </a:r>
            <a:r>
              <a:rPr lang="en-US" sz="1700" dirty="0">
                <a:latin typeface="Times New Roman" panose="02020603050405020304"/>
                <a:cs typeface="Times New Roman" panose="02020603050405020304"/>
              </a:rPr>
              <a:t>performs</a:t>
            </a:r>
            <a:r>
              <a:rPr lang="en-US" sz="1700" spc="-30" dirty="0">
                <a:latin typeface="Times New Roman" panose="02020603050405020304"/>
                <a:cs typeface="Times New Roman" panose="02020603050405020304"/>
              </a:rPr>
              <a:t> </a:t>
            </a:r>
            <a:r>
              <a:rPr lang="en-US" sz="1700" dirty="0">
                <a:latin typeface="Times New Roman" panose="02020603050405020304"/>
                <a:cs typeface="Times New Roman" panose="02020603050405020304"/>
              </a:rPr>
              <a:t>operations</a:t>
            </a:r>
            <a:r>
              <a:rPr lang="en-US" sz="1700" spc="-30" dirty="0">
                <a:latin typeface="Times New Roman" panose="02020603050405020304"/>
                <a:cs typeface="Times New Roman" panose="02020603050405020304"/>
              </a:rPr>
              <a:t> </a:t>
            </a:r>
            <a:r>
              <a:rPr lang="en-US" sz="1700" dirty="0">
                <a:latin typeface="Times New Roman" panose="02020603050405020304"/>
                <a:cs typeface="Times New Roman" panose="02020603050405020304"/>
              </a:rPr>
              <a:t>such</a:t>
            </a:r>
            <a:r>
              <a:rPr lang="en-US" sz="1700" spc="-30" dirty="0">
                <a:latin typeface="Times New Roman" panose="02020603050405020304"/>
                <a:cs typeface="Times New Roman" panose="02020603050405020304"/>
              </a:rPr>
              <a:t> </a:t>
            </a:r>
            <a:r>
              <a:rPr lang="en-US" sz="1700" spc="-25" dirty="0">
                <a:latin typeface="Times New Roman" panose="02020603050405020304"/>
                <a:cs typeface="Times New Roman" panose="02020603050405020304"/>
              </a:rPr>
              <a:t>as:</a:t>
            </a:r>
          </a:p>
          <a:p>
            <a:pPr marL="926465" lvl="1" indent="-316865">
              <a:lnSpc>
                <a:spcPct val="100000"/>
              </a:lnSpc>
              <a:spcBef>
                <a:spcPts val="1100"/>
              </a:spcBef>
              <a:buFont typeface="Arial" panose="020B0604020202020204" pitchFamily="34" charset="0"/>
              <a:buChar char="•"/>
              <a:tabLst>
                <a:tab pos="469265" algn="l"/>
              </a:tabLst>
            </a:pPr>
            <a:r>
              <a:rPr lang="en-US" altLang="" sz="1700" spc="-25" dirty="0">
                <a:latin typeface="Times New Roman" panose="02020603050405020304"/>
                <a:cs typeface="Times New Roman" panose="02020603050405020304"/>
              </a:rPr>
              <a:t>Disaster data collection</a:t>
            </a:r>
          </a:p>
          <a:p>
            <a:pPr marL="926465" lvl="1" indent="-316865">
              <a:lnSpc>
                <a:spcPct val="100000"/>
              </a:lnSpc>
              <a:spcBef>
                <a:spcPts val="1100"/>
              </a:spcBef>
              <a:buFont typeface="Arial" panose="020B0604020202020204" pitchFamily="34" charset="0"/>
              <a:buChar char="•"/>
              <a:tabLst>
                <a:tab pos="469265" algn="l"/>
              </a:tabLst>
            </a:pPr>
            <a:r>
              <a:rPr lang="en-US" altLang="" sz="1700" spc="-25" dirty="0" err="1">
                <a:latin typeface="Times New Roman" panose="02020603050405020304"/>
                <a:cs typeface="Times New Roman" panose="02020603050405020304"/>
              </a:rPr>
              <a:t>Resorce</a:t>
            </a:r>
            <a:r>
              <a:rPr lang="en-US" altLang="" sz="1700" spc="-25" dirty="0">
                <a:latin typeface="Times New Roman" panose="02020603050405020304"/>
                <a:cs typeface="Times New Roman" panose="02020603050405020304"/>
              </a:rPr>
              <a:t> Management</a:t>
            </a:r>
          </a:p>
          <a:p>
            <a:pPr marL="926465" lvl="1" indent="-316865">
              <a:lnSpc>
                <a:spcPct val="100000"/>
              </a:lnSpc>
              <a:spcBef>
                <a:spcPts val="1100"/>
              </a:spcBef>
              <a:buFont typeface="Arial" panose="020B0604020202020204" pitchFamily="34" charset="0"/>
              <a:buChar char="•"/>
              <a:tabLst>
                <a:tab pos="469265" algn="l"/>
              </a:tabLst>
            </a:pPr>
            <a:r>
              <a:rPr lang="en-US" altLang="" sz="1700" spc="-25" dirty="0">
                <a:latin typeface="Times New Roman" panose="02020603050405020304"/>
                <a:cs typeface="Times New Roman" panose="02020603050405020304"/>
              </a:rPr>
              <a:t>Resource allocation</a:t>
            </a:r>
          </a:p>
          <a:p>
            <a:pPr marL="926465" lvl="1" indent="-316865">
              <a:lnSpc>
                <a:spcPct val="100000"/>
              </a:lnSpc>
              <a:spcBef>
                <a:spcPts val="1100"/>
              </a:spcBef>
              <a:buFont typeface="Arial" panose="020B0604020202020204" pitchFamily="34" charset="0"/>
              <a:buChar char="•"/>
              <a:tabLst>
                <a:tab pos="469265" algn="l"/>
              </a:tabLst>
            </a:pPr>
            <a:r>
              <a:rPr lang="en-US" altLang="" sz="1700" spc="-25" dirty="0">
                <a:latin typeface="Times New Roman" panose="02020603050405020304"/>
                <a:cs typeface="Times New Roman" panose="02020603050405020304"/>
              </a:rPr>
              <a:t>Monitoring and tracking </a:t>
            </a:r>
          </a:p>
          <a:p>
            <a:pPr marL="926465" lvl="1" indent="-316865">
              <a:lnSpc>
                <a:spcPct val="100000"/>
              </a:lnSpc>
              <a:spcBef>
                <a:spcPts val="1100"/>
              </a:spcBef>
              <a:buFont typeface="Arial" panose="020B0604020202020204" pitchFamily="34" charset="0"/>
              <a:buChar char="•"/>
              <a:tabLst>
                <a:tab pos="469265" algn="l"/>
              </a:tabLst>
            </a:pPr>
            <a:r>
              <a:rPr lang="en-US" altLang="" sz="1700" spc="-25" dirty="0">
                <a:latin typeface="Times New Roman" panose="02020603050405020304"/>
                <a:cs typeface="Times New Roman" panose="02020603050405020304"/>
              </a:rPr>
              <a:t>Reporting and logging</a:t>
            </a:r>
            <a:endParaRPr lang="en-US" sz="1700" spc="-25" dirty="0">
              <a:latin typeface="Times New Roman" panose="02020603050405020304"/>
              <a:cs typeface="Times New Roman" panose="02020603050405020304"/>
            </a:endParaRPr>
          </a:p>
          <a:p>
            <a:endParaRPr lang="en-IN" dirty="0"/>
          </a:p>
        </p:txBody>
      </p:sp>
    </p:spTree>
    <p:extLst>
      <p:ext uri="{BB962C8B-B14F-4D97-AF65-F5344CB8AC3E}">
        <p14:creationId xmlns:p14="http://schemas.microsoft.com/office/powerpoint/2010/main" val="20933716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2CBE56-1D41-7167-8FFB-A09C6DDBB472}"/>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AFB3A7BE-7862-048E-951C-86CFD388A532}"/>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BF1F4E46-D933-954B-D887-0C743D7A6222}"/>
              </a:ext>
            </a:extLst>
          </p:cNvPr>
          <p:cNvSpPr>
            <a:spLocks noChangeArrowheads="1"/>
          </p:cNvSpPr>
          <p:nvPr/>
        </p:nvSpPr>
        <p:spPr bwMode="auto">
          <a:xfrm>
            <a:off x="177133" y="100424"/>
            <a:ext cx="828092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Prototype/Project Flow diagram/Architecture</a:t>
            </a: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DF222086-A20A-7049-0744-A17C1E596D3B}"/>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926CD72-25A6-86DC-34B2-F6A291749F3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D4D0BEBF-445B-BE7B-3FF6-A71A2B587371}"/>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8" name="Rectangle 1">
            <a:extLst>
              <a:ext uri="{FF2B5EF4-FFF2-40B4-BE49-F238E27FC236}">
                <a16:creationId xmlns:a16="http://schemas.microsoft.com/office/drawing/2014/main" id="{FC27A688-8646-DB1F-FAA1-AE2FA9844252}"/>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2" name="TextBox 1">
            <a:extLst>
              <a:ext uri="{FF2B5EF4-FFF2-40B4-BE49-F238E27FC236}">
                <a16:creationId xmlns:a16="http://schemas.microsoft.com/office/drawing/2014/main" id="{ACAB92DA-5FAB-ACD9-5722-05054C3CE5DB}"/>
              </a:ext>
            </a:extLst>
          </p:cNvPr>
          <p:cNvSpPr txBox="1"/>
          <p:nvPr/>
        </p:nvSpPr>
        <p:spPr>
          <a:xfrm>
            <a:off x="395536" y="1293834"/>
            <a:ext cx="8568952" cy="1205458"/>
          </a:xfrm>
          <a:prstGeom prst="rect">
            <a:avLst/>
          </a:prstGeom>
          <a:noFill/>
        </p:spPr>
        <p:txBody>
          <a:bodyPr wrap="square" rtlCol="0">
            <a:spAutoFit/>
          </a:bodyPr>
          <a:lstStyle/>
          <a:p>
            <a:pPr marL="342900" indent="-342900">
              <a:lnSpc>
                <a:spcPct val="100000"/>
              </a:lnSpc>
              <a:spcBef>
                <a:spcPts val="100"/>
              </a:spcBef>
              <a:buFont typeface="+mj-lt"/>
              <a:buAutoNum type="arabicPeriod" startAt="6"/>
              <a:tabLst>
                <a:tab pos="329565" algn="l"/>
              </a:tabLst>
            </a:pPr>
            <a:r>
              <a:rPr lang="en-US" dirty="0">
                <a:sym typeface="+mn-ea"/>
              </a:rPr>
              <a:t>Backend</a:t>
            </a:r>
            <a:r>
              <a:rPr lang="en-US" spc="-25" dirty="0">
                <a:sym typeface="+mn-ea"/>
              </a:rPr>
              <a:t> </a:t>
            </a:r>
            <a:r>
              <a:rPr lang="en-US" spc="-10" dirty="0">
                <a:sym typeface="+mn-ea"/>
              </a:rPr>
              <a:t>processes</a:t>
            </a:r>
            <a:r>
              <a:rPr lang="en-US" spc="-20" dirty="0">
                <a:sym typeface="+mn-ea"/>
              </a:rPr>
              <a:t> </a:t>
            </a:r>
            <a:r>
              <a:rPr lang="en-US" dirty="0">
                <a:sym typeface="+mn-ea"/>
              </a:rPr>
              <a:t>requests</a:t>
            </a:r>
            <a:r>
              <a:rPr lang="en-US" spc="-25" dirty="0">
                <a:sym typeface="+mn-ea"/>
              </a:rPr>
              <a:t> </a:t>
            </a:r>
            <a:r>
              <a:rPr lang="en-US" dirty="0">
                <a:sym typeface="+mn-ea"/>
              </a:rPr>
              <a:t>and</a:t>
            </a:r>
            <a:r>
              <a:rPr lang="en-US" spc="-20" dirty="0">
                <a:sym typeface="+mn-ea"/>
              </a:rPr>
              <a:t> </a:t>
            </a:r>
            <a:r>
              <a:rPr lang="en-US" dirty="0">
                <a:sym typeface="+mn-ea"/>
              </a:rPr>
              <a:t>interacts</a:t>
            </a:r>
            <a:r>
              <a:rPr lang="en-US" spc="-25" dirty="0">
                <a:sym typeface="+mn-ea"/>
              </a:rPr>
              <a:t> </a:t>
            </a:r>
            <a:r>
              <a:rPr lang="en-US" dirty="0">
                <a:sym typeface="+mn-ea"/>
              </a:rPr>
              <a:t>with</a:t>
            </a:r>
            <a:r>
              <a:rPr lang="en-US" spc="-20" dirty="0">
                <a:sym typeface="+mn-ea"/>
              </a:rPr>
              <a:t> </a:t>
            </a:r>
            <a:r>
              <a:rPr lang="en-US" spc="-10" dirty="0">
                <a:sym typeface="+mn-ea"/>
              </a:rPr>
              <a:t>MongoDB.</a:t>
            </a:r>
            <a:endParaRPr lang="en-US" dirty="0">
              <a:latin typeface="Times New Roman" panose="02020603050405020304"/>
              <a:cs typeface="Times New Roman" panose="02020603050405020304"/>
            </a:endParaRPr>
          </a:p>
          <a:p>
            <a:pPr marL="342900" indent="-342900">
              <a:lnSpc>
                <a:spcPct val="100000"/>
              </a:lnSpc>
              <a:spcBef>
                <a:spcPts val="1100"/>
              </a:spcBef>
              <a:buFont typeface="+mj-lt"/>
              <a:buAutoNum type="arabicPeriod" startAt="6"/>
              <a:tabLst>
                <a:tab pos="329565" algn="l"/>
              </a:tabLst>
            </a:pPr>
            <a:r>
              <a:rPr lang="en-US" dirty="0">
                <a:sym typeface="+mn-ea"/>
              </a:rPr>
              <a:t>Updated</a:t>
            </a:r>
            <a:r>
              <a:rPr lang="en-US" spc="-10" dirty="0">
                <a:sym typeface="+mn-ea"/>
              </a:rPr>
              <a:t> </a:t>
            </a:r>
            <a:r>
              <a:rPr lang="en-US" dirty="0">
                <a:sym typeface="+mn-ea"/>
              </a:rPr>
              <a:t>information</a:t>
            </a:r>
            <a:r>
              <a:rPr lang="en-US" spc="-10" dirty="0">
                <a:sym typeface="+mn-ea"/>
              </a:rPr>
              <a:t> </a:t>
            </a:r>
            <a:r>
              <a:rPr lang="en-US" dirty="0">
                <a:sym typeface="+mn-ea"/>
              </a:rPr>
              <a:t>is</a:t>
            </a:r>
            <a:r>
              <a:rPr lang="en-US" spc="-10" dirty="0">
                <a:sym typeface="+mn-ea"/>
              </a:rPr>
              <a:t> </a:t>
            </a:r>
            <a:r>
              <a:rPr lang="en-US" dirty="0">
                <a:sym typeface="+mn-ea"/>
              </a:rPr>
              <a:t>displayed</a:t>
            </a:r>
            <a:r>
              <a:rPr lang="en-US" spc="-5" dirty="0">
                <a:sym typeface="+mn-ea"/>
              </a:rPr>
              <a:t> </a:t>
            </a:r>
            <a:r>
              <a:rPr lang="en-US" dirty="0">
                <a:sym typeface="+mn-ea"/>
              </a:rPr>
              <a:t>on</a:t>
            </a:r>
            <a:r>
              <a:rPr lang="en-US" spc="-10" dirty="0">
                <a:sym typeface="+mn-ea"/>
              </a:rPr>
              <a:t> </a:t>
            </a:r>
            <a:r>
              <a:rPr lang="en-US" dirty="0">
                <a:sym typeface="+mn-ea"/>
              </a:rPr>
              <a:t>the</a:t>
            </a:r>
            <a:r>
              <a:rPr lang="en-US" spc="-15" dirty="0">
                <a:sym typeface="+mn-ea"/>
              </a:rPr>
              <a:t> </a:t>
            </a:r>
            <a:r>
              <a:rPr lang="en-US" spc="-10" dirty="0">
                <a:sym typeface="+mn-ea"/>
              </a:rPr>
              <a:t>frontend.</a:t>
            </a:r>
          </a:p>
          <a:p>
            <a:pPr marL="342900" indent="-342900">
              <a:lnSpc>
                <a:spcPct val="100000"/>
              </a:lnSpc>
              <a:spcBef>
                <a:spcPts val="1100"/>
              </a:spcBef>
              <a:buFont typeface="+mj-lt"/>
              <a:buAutoNum type="arabicPeriod" startAt="6"/>
              <a:tabLst>
                <a:tab pos="329565" algn="l"/>
              </a:tabLst>
            </a:pPr>
            <a:endParaRPr lang="en-US" spc="-10" dirty="0">
              <a:sym typeface="+mn-ea"/>
            </a:endParaRPr>
          </a:p>
        </p:txBody>
      </p:sp>
      <p:pic>
        <p:nvPicPr>
          <p:cNvPr id="3" name="Picture 2">
            <a:extLst>
              <a:ext uri="{FF2B5EF4-FFF2-40B4-BE49-F238E27FC236}">
                <a16:creationId xmlns:a16="http://schemas.microsoft.com/office/drawing/2014/main" id="{FA444D4F-49D2-D6DE-9857-DB459FBD015E}"/>
              </a:ext>
            </a:extLst>
          </p:cNvPr>
          <p:cNvPicPr>
            <a:picLocks noChangeAspect="1"/>
          </p:cNvPicPr>
          <p:nvPr/>
        </p:nvPicPr>
        <p:blipFill>
          <a:blip r:embed="rId5"/>
          <a:stretch>
            <a:fillRect/>
          </a:stretch>
        </p:blipFill>
        <p:spPr>
          <a:xfrm>
            <a:off x="1698783" y="2183102"/>
            <a:ext cx="5782945" cy="4010025"/>
          </a:xfrm>
          <a:prstGeom prst="rect">
            <a:avLst/>
          </a:prstGeom>
        </p:spPr>
      </p:pic>
    </p:spTree>
    <p:extLst>
      <p:ext uri="{BB962C8B-B14F-4D97-AF65-F5344CB8AC3E}">
        <p14:creationId xmlns:p14="http://schemas.microsoft.com/office/powerpoint/2010/main" val="2926430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BD42DB-FF71-D8E6-630F-399C60C5361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52FB631E-E469-C80D-C58A-99E545F3785B}"/>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3B6D9598-AD90-B9CA-8610-998CE22F1CA3}"/>
              </a:ext>
            </a:extLst>
          </p:cNvPr>
          <p:cNvSpPr>
            <a:spLocks noChangeArrowheads="1"/>
          </p:cNvSpPr>
          <p:nvPr/>
        </p:nvSpPr>
        <p:spPr bwMode="auto">
          <a:xfrm>
            <a:off x="103414" y="298973"/>
            <a:ext cx="684484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Project Timeline</a:t>
            </a: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1362D34C-9176-DD2A-8AAF-507BD46BD710}"/>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066F8A4-300F-9AE0-4A5E-2A2D19A8A54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C166FAC4-E627-209B-D9A4-20EC84D69C44}"/>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mc:AlternateContent xmlns:mc="http://schemas.openxmlformats.org/markup-compatibility/2006" xmlns:p14="http://schemas.microsoft.com/office/powerpoint/2010/main">
        <mc:Choice Requires="p14">
          <p:contentPart p14:bwMode="auto" r:id="rId5">
            <p14:nvContentPartPr>
              <p14:cNvPr id="11" name="Ink 10">
                <a:extLst>
                  <a:ext uri="{FF2B5EF4-FFF2-40B4-BE49-F238E27FC236}">
                    <a16:creationId xmlns:a16="http://schemas.microsoft.com/office/drawing/2014/main" id="{D3A55479-5820-9331-B8CC-0F9A13C7AC18}"/>
                  </a:ext>
                </a:extLst>
              </p14:cNvPr>
              <p14:cNvContentPartPr/>
              <p14:nvPr/>
            </p14:nvContentPartPr>
            <p14:xfrm>
              <a:off x="7203160" y="2489200"/>
              <a:ext cx="484560" cy="34920"/>
            </p14:xfrm>
          </p:contentPart>
        </mc:Choice>
        <mc:Fallback xmlns="">
          <p:pic>
            <p:nvPicPr>
              <p:cNvPr id="11" name="Ink 10">
                <a:extLst>
                  <a:ext uri="{FF2B5EF4-FFF2-40B4-BE49-F238E27FC236}">
                    <a16:creationId xmlns:a16="http://schemas.microsoft.com/office/drawing/2014/main" id="{D3A55479-5820-9331-B8CC-0F9A13C7AC18}"/>
                  </a:ext>
                </a:extLst>
              </p:cNvPr>
              <p:cNvPicPr/>
              <p:nvPr/>
            </p:nvPicPr>
            <p:blipFill>
              <a:blip r:embed="rId7"/>
              <a:stretch>
                <a:fillRect/>
              </a:stretch>
            </p:blipFill>
            <p:spPr>
              <a:xfrm>
                <a:off x="7140520" y="2426200"/>
                <a:ext cx="610200" cy="160560"/>
              </a:xfrm>
              <a:prstGeom prst="rect">
                <a:avLst/>
              </a:prstGeom>
            </p:spPr>
          </p:pic>
        </mc:Fallback>
      </mc:AlternateContent>
      <p:pic>
        <p:nvPicPr>
          <p:cNvPr id="3" name="Picture 2">
            <a:extLst>
              <a:ext uri="{FF2B5EF4-FFF2-40B4-BE49-F238E27FC236}">
                <a16:creationId xmlns:a16="http://schemas.microsoft.com/office/drawing/2014/main" id="{08272773-C0CE-984D-9DC7-4413D1FA6B5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32915" y="1521719"/>
            <a:ext cx="7478169" cy="4067743"/>
          </a:xfrm>
          <a:prstGeom prst="rect">
            <a:avLst/>
          </a:prstGeom>
        </p:spPr>
      </p:pic>
    </p:spTree>
    <p:extLst>
      <p:ext uri="{BB962C8B-B14F-4D97-AF65-F5344CB8AC3E}">
        <p14:creationId xmlns:p14="http://schemas.microsoft.com/office/powerpoint/2010/main" val="34495082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13692"/>
            <a:ext cx="9180512" cy="6885384"/>
          </a:xfrm>
        </p:spPr>
      </p:pic>
      <p:sp>
        <p:nvSpPr>
          <p:cNvPr id="5" name="Rectangle 1"/>
          <p:cNvSpPr>
            <a:spLocks noChangeArrowheads="1"/>
          </p:cNvSpPr>
          <p:nvPr/>
        </p:nvSpPr>
        <p:spPr bwMode="auto">
          <a:xfrm>
            <a:off x="103415" y="298973"/>
            <a:ext cx="439248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Data &amp; Resources</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251520" y="830561"/>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2543591E-0E8E-640E-82C3-E71E673D75AB}"/>
              </a:ext>
            </a:extLst>
          </p:cNvPr>
          <p:cNvSpPr txBox="1"/>
          <p:nvPr/>
        </p:nvSpPr>
        <p:spPr>
          <a:xfrm>
            <a:off x="467544" y="1146781"/>
            <a:ext cx="8352928" cy="5275803"/>
          </a:xfrm>
          <a:prstGeom prst="rect">
            <a:avLst/>
          </a:prstGeom>
          <a:noFill/>
        </p:spPr>
        <p:txBody>
          <a:bodyPr wrap="square" rtlCol="0">
            <a:spAutoFit/>
          </a:bodyPr>
          <a:lstStyle/>
          <a:p>
            <a:r>
              <a:rPr lang="en-US" b="1" dirty="0"/>
              <a:t>Data</a:t>
            </a:r>
            <a:endParaRPr lang="en-US" dirty="0"/>
          </a:p>
          <a:p>
            <a:r>
              <a:rPr lang="en-US" dirty="0"/>
              <a:t>The system manages different types of data related to disaster situations and available resources. This includes disaster information such as disaster type, location, and severity level. It also stores resource-related data such as food supplies, medical kits, rescue teams, and other emergency support resources required during disaster response.</a:t>
            </a:r>
          </a:p>
          <a:p>
            <a:endParaRPr lang="en-US" dirty="0"/>
          </a:p>
          <a:p>
            <a:r>
              <a:rPr lang="en-US" dirty="0"/>
              <a:t>All this data is stored in a </a:t>
            </a:r>
            <a:r>
              <a:rPr lang="en-US" b="1" dirty="0"/>
              <a:t>MongoDB database</a:t>
            </a:r>
            <a:r>
              <a:rPr lang="en-US" dirty="0"/>
              <a:t>, which allows flexible storage and easy retrieval of disaster and resource information.</a:t>
            </a:r>
          </a:p>
          <a:p>
            <a:endParaRPr lang="en-US" dirty="0"/>
          </a:p>
          <a:p>
            <a:r>
              <a:rPr lang="en-US" b="1" dirty="0"/>
              <a:t>Resources</a:t>
            </a:r>
            <a:endParaRPr lang="en-US" dirty="0"/>
          </a:p>
          <a:p>
            <a:r>
              <a:rPr lang="en-US" dirty="0"/>
              <a:t>The project uses various technologies and tools for development and implementation:</a:t>
            </a:r>
          </a:p>
          <a:p>
            <a:r>
              <a:rPr lang="en-US" dirty="0"/>
              <a:t>• </a:t>
            </a:r>
            <a:r>
              <a:rPr lang="en-US" b="1" dirty="0" err="1"/>
              <a:t>FastAPI</a:t>
            </a:r>
            <a:r>
              <a:rPr lang="en-US" dirty="0"/>
              <a:t> – Used to develop the backend APIs.</a:t>
            </a:r>
            <a:br>
              <a:rPr lang="en-US" dirty="0"/>
            </a:br>
            <a:r>
              <a:rPr lang="en-US" dirty="0"/>
              <a:t>• </a:t>
            </a:r>
            <a:r>
              <a:rPr lang="en-US" b="1" dirty="0"/>
              <a:t>MongoDB</a:t>
            </a:r>
            <a:r>
              <a:rPr lang="en-US" dirty="0"/>
              <a:t> – Used as the database for storing disaster and resource data.</a:t>
            </a:r>
            <a:br>
              <a:rPr lang="en-US" dirty="0"/>
            </a:br>
            <a:r>
              <a:rPr lang="en-US" dirty="0"/>
              <a:t>• </a:t>
            </a:r>
            <a:r>
              <a:rPr lang="en-US" b="1" dirty="0"/>
              <a:t>HTML, CSS, JavaScript</a:t>
            </a:r>
            <a:r>
              <a:rPr lang="en-US" dirty="0"/>
              <a:t> – Used to create the frontend user interface.</a:t>
            </a:r>
            <a:br>
              <a:rPr lang="en-US" dirty="0"/>
            </a:br>
            <a:r>
              <a:rPr lang="en-US" dirty="0"/>
              <a:t>• </a:t>
            </a:r>
            <a:r>
              <a:rPr lang="en-US" b="1" dirty="0"/>
              <a:t>Swagger UI</a:t>
            </a:r>
            <a:r>
              <a:rPr lang="en-US" dirty="0"/>
              <a:t> – Used for testing and verifying API functionality.</a:t>
            </a:r>
            <a:br>
              <a:rPr lang="en-US" dirty="0"/>
            </a:br>
            <a:r>
              <a:rPr lang="en-US" dirty="0"/>
              <a:t>• </a:t>
            </a:r>
            <a:r>
              <a:rPr lang="en-US" b="1" dirty="0"/>
              <a:t>Python</a:t>
            </a:r>
            <a:r>
              <a:rPr lang="en-US" dirty="0"/>
              <a:t> – Programming language used for backend development.</a:t>
            </a:r>
            <a:br>
              <a:rPr lang="en-US" dirty="0"/>
            </a:br>
            <a:r>
              <a:rPr lang="en-US" dirty="0"/>
              <a:t>• </a:t>
            </a:r>
            <a:r>
              <a:rPr lang="en-US" b="1" dirty="0"/>
              <a:t>Visual Studio Code</a:t>
            </a:r>
            <a:r>
              <a:rPr lang="en-US" dirty="0"/>
              <a:t> – Development environment used for coding and testing.</a:t>
            </a:r>
          </a:p>
          <a:p>
            <a:pPr marL="12700" marR="0" lvl="0" indent="0" defTabSz="914400" eaLnBrk="1" fontAlgn="auto" latinLnBrk="0" hangingPunct="1">
              <a:lnSpc>
                <a:spcPct val="100000"/>
              </a:lnSpc>
              <a:spcBef>
                <a:spcPts val="100"/>
              </a:spcBef>
              <a:spcAft>
                <a:spcPts val="0"/>
              </a:spcAft>
              <a:buClrTx/>
              <a:buSzTx/>
              <a:buFontTx/>
              <a:buNone/>
              <a:tabLst/>
              <a:defRPr/>
            </a:pPr>
            <a:endParaRPr kumimoji="0" lang="en-IN" b="0" i="0" u="none" strike="noStrike" kern="0" cap="none" spc="0" normalizeH="0" baseline="2000" noProof="0" dirty="0">
              <a:ln>
                <a:noFill/>
              </a:ln>
              <a:solidFill>
                <a:sysClr val="windowText" lastClr="000000"/>
              </a:solidFill>
              <a:effectLst/>
              <a:uLnTx/>
              <a:uFillTx/>
              <a:cs typeface="Times New Roman" panose="02020603050405020304"/>
            </a:endParaRPr>
          </a:p>
        </p:txBody>
      </p:sp>
    </p:spTree>
    <p:extLst>
      <p:ext uri="{BB962C8B-B14F-4D97-AF65-F5344CB8AC3E}">
        <p14:creationId xmlns:p14="http://schemas.microsoft.com/office/powerpoint/2010/main" val="34490688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6512" y="-13692"/>
            <a:ext cx="9180512" cy="6885384"/>
          </a:xfrm>
        </p:spPr>
      </p:pic>
      <p:sp>
        <p:nvSpPr>
          <p:cNvPr id="5" name="Rectangle 1"/>
          <p:cNvSpPr>
            <a:spLocks noChangeArrowheads="1"/>
          </p:cNvSpPr>
          <p:nvPr/>
        </p:nvSpPr>
        <p:spPr bwMode="auto">
          <a:xfrm>
            <a:off x="179512" y="151593"/>
            <a:ext cx="611738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Project Usecases &amp; Scope</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7E604148-E2BD-C824-CCD5-DC8555C70EAD}"/>
              </a:ext>
            </a:extLst>
          </p:cNvPr>
          <p:cNvSpPr txBox="1"/>
          <p:nvPr/>
        </p:nvSpPr>
        <p:spPr>
          <a:xfrm>
            <a:off x="467544" y="1293834"/>
            <a:ext cx="8352928" cy="4029308"/>
          </a:xfrm>
          <a:prstGeom prst="rect">
            <a:avLst/>
          </a:prstGeom>
          <a:noFill/>
        </p:spPr>
        <p:txBody>
          <a:bodyPr wrap="square" rtlCol="0">
            <a:spAutoFit/>
          </a:bodyPr>
          <a:lstStyle/>
          <a:p>
            <a:pPr marL="150495" marR="0" lvl="0" indent="0" defTabSz="914400" eaLnBrk="1" fontAlgn="auto" latinLnBrk="0" hangingPunct="1">
              <a:lnSpc>
                <a:spcPct val="100000"/>
              </a:lnSpc>
              <a:spcBef>
                <a:spcPts val="100"/>
              </a:spcBef>
              <a:spcAft>
                <a:spcPts val="0"/>
              </a:spcAft>
              <a:buClrTx/>
              <a:buSzTx/>
              <a:buFontTx/>
              <a:buNone/>
              <a:tabLst/>
              <a:defRPr/>
            </a:pPr>
            <a:r>
              <a:rPr kumimoji="0" lang="en-US" sz="1500" b="1" i="0" u="sng" strike="noStrike" kern="0" cap="none" spc="0" normalizeH="0" baseline="0" noProof="0" dirty="0">
                <a:ln>
                  <a:noFill/>
                </a:ln>
                <a:solidFill>
                  <a:prstClr val="black"/>
                </a:solidFill>
                <a:effectLst/>
                <a:uLnTx/>
                <a:uFillTx/>
                <a:ea typeface="+mn-ea"/>
                <a:cs typeface="Times New Roman" panose="02020603050405020304"/>
              </a:rPr>
              <a:t>Use</a:t>
            </a:r>
            <a:r>
              <a:rPr kumimoji="0" lang="en-US" sz="1500" b="1" i="0" u="sng" strike="noStrike" kern="0" cap="none" spc="-30" normalizeH="0" baseline="0" noProof="0" dirty="0">
                <a:ln>
                  <a:noFill/>
                </a:ln>
                <a:solidFill>
                  <a:prstClr val="black"/>
                </a:solidFill>
                <a:effectLst/>
                <a:uLnTx/>
                <a:uFillTx/>
                <a:ea typeface="+mn-ea"/>
                <a:cs typeface="Times New Roman" panose="02020603050405020304"/>
              </a:rPr>
              <a:t> </a:t>
            </a:r>
            <a:r>
              <a:rPr kumimoji="0" lang="en-US" sz="1500" b="1" i="0" u="sng" strike="noStrike" kern="0" cap="none" spc="0" normalizeH="0" baseline="0" noProof="0" dirty="0">
                <a:ln>
                  <a:noFill/>
                </a:ln>
                <a:solidFill>
                  <a:prstClr val="black"/>
                </a:solidFill>
                <a:effectLst/>
                <a:uLnTx/>
                <a:uFillTx/>
                <a:ea typeface="+mn-ea"/>
                <a:cs typeface="Times New Roman" panose="02020603050405020304"/>
              </a:rPr>
              <a:t>Case</a:t>
            </a:r>
            <a:r>
              <a:rPr kumimoji="0" lang="en-US" sz="1500" b="1" i="0" u="sng" strike="noStrike" kern="0" cap="none" spc="-30" normalizeH="0" baseline="0" noProof="0" dirty="0">
                <a:ln>
                  <a:noFill/>
                </a:ln>
                <a:solidFill>
                  <a:prstClr val="black"/>
                </a:solidFill>
                <a:effectLst/>
                <a:uLnTx/>
                <a:uFillTx/>
                <a:ea typeface="+mn-ea"/>
                <a:cs typeface="Times New Roman" panose="02020603050405020304"/>
              </a:rPr>
              <a:t> </a:t>
            </a:r>
            <a:r>
              <a:rPr kumimoji="0" lang="en-US" sz="1500" b="1" i="0" u="sng" strike="noStrike" kern="0" cap="none" spc="0" normalizeH="0" baseline="0" noProof="0" dirty="0">
                <a:ln>
                  <a:noFill/>
                </a:ln>
                <a:solidFill>
                  <a:prstClr val="black"/>
                </a:solidFill>
                <a:effectLst/>
                <a:uLnTx/>
                <a:uFillTx/>
                <a:ea typeface="+mn-ea"/>
                <a:cs typeface="Times New Roman" panose="02020603050405020304"/>
              </a:rPr>
              <a:t>1:</a:t>
            </a:r>
            <a:r>
              <a:rPr kumimoji="0" lang="en-US" sz="1500" b="1" i="0" u="sng" strike="noStrike" kern="0" cap="none" spc="-25" normalizeH="0" baseline="0" noProof="0" dirty="0">
                <a:ln>
                  <a:noFill/>
                </a:ln>
                <a:solidFill>
                  <a:prstClr val="black"/>
                </a:solidFill>
                <a:effectLst/>
                <a:uLnTx/>
                <a:uFillTx/>
                <a:ea typeface="+mn-ea"/>
                <a:cs typeface="Times New Roman" panose="02020603050405020304"/>
              </a:rPr>
              <a:t> </a:t>
            </a:r>
            <a:r>
              <a:rPr kumimoji="0" lang="en-US" sz="1500" b="1" i="0" u="sng" strike="noStrike" kern="0" cap="none" spc="0" normalizeH="0" baseline="0" noProof="0" dirty="0">
                <a:ln>
                  <a:noFill/>
                </a:ln>
                <a:solidFill>
                  <a:prstClr val="black"/>
                </a:solidFill>
                <a:effectLst/>
                <a:uLnTx/>
                <a:uFillTx/>
                <a:ea typeface="+mn-ea"/>
                <a:cs typeface="Times New Roman" panose="02020603050405020304"/>
              </a:rPr>
              <a:t>User</a:t>
            </a:r>
            <a:r>
              <a:rPr kumimoji="0" lang="en-US" sz="1500" b="1" i="0" u="sng" strike="noStrike" kern="0" cap="none" spc="-50" normalizeH="0" baseline="0" noProof="0" dirty="0">
                <a:ln>
                  <a:noFill/>
                </a:ln>
                <a:solidFill>
                  <a:prstClr val="black"/>
                </a:solidFill>
                <a:effectLst/>
                <a:uLnTx/>
                <a:uFillTx/>
                <a:ea typeface="+mn-ea"/>
                <a:cs typeface="Times New Roman" panose="02020603050405020304"/>
              </a:rPr>
              <a:t> </a:t>
            </a:r>
            <a:r>
              <a:rPr kumimoji="0" lang="en-US" sz="1500" b="1" i="0" u="sng" strike="noStrike" kern="0" cap="none" spc="0" normalizeH="0" baseline="0" noProof="0" dirty="0">
                <a:ln>
                  <a:noFill/>
                </a:ln>
                <a:solidFill>
                  <a:prstClr val="black"/>
                </a:solidFill>
                <a:effectLst/>
                <a:uLnTx/>
                <a:uFillTx/>
                <a:ea typeface="+mn-ea"/>
                <a:cs typeface="Times New Roman" panose="02020603050405020304"/>
              </a:rPr>
              <a:t>Registration</a:t>
            </a:r>
            <a:r>
              <a:rPr kumimoji="0" lang="en-US" sz="1500" b="1" i="0" u="sng" strike="noStrike" kern="0" cap="none" spc="-25" normalizeH="0" baseline="0" noProof="0" dirty="0">
                <a:ln>
                  <a:noFill/>
                </a:ln>
                <a:solidFill>
                  <a:prstClr val="black"/>
                </a:solidFill>
                <a:effectLst/>
                <a:uLnTx/>
                <a:uFillTx/>
                <a:ea typeface="+mn-ea"/>
                <a:cs typeface="Times New Roman" panose="02020603050405020304"/>
              </a:rPr>
              <a:t> </a:t>
            </a:r>
            <a:r>
              <a:rPr kumimoji="0" lang="en-US" sz="1500" b="1" i="0" u="sng" strike="noStrike" kern="0" cap="none" spc="0" normalizeH="0" baseline="0" noProof="0" dirty="0">
                <a:ln>
                  <a:noFill/>
                </a:ln>
                <a:solidFill>
                  <a:prstClr val="black"/>
                </a:solidFill>
                <a:effectLst/>
                <a:uLnTx/>
                <a:uFillTx/>
                <a:ea typeface="+mn-ea"/>
                <a:cs typeface="Times New Roman" panose="02020603050405020304"/>
              </a:rPr>
              <a:t>and</a:t>
            </a:r>
            <a:r>
              <a:rPr kumimoji="0" lang="en-US" sz="1500" b="1" i="0" u="sng" strike="noStrike" kern="0" cap="none" spc="-25" normalizeH="0" baseline="0" noProof="0" dirty="0">
                <a:ln>
                  <a:noFill/>
                </a:ln>
                <a:solidFill>
                  <a:prstClr val="black"/>
                </a:solidFill>
                <a:effectLst/>
                <a:uLnTx/>
                <a:uFillTx/>
                <a:ea typeface="+mn-ea"/>
                <a:cs typeface="Times New Roman" panose="02020603050405020304"/>
              </a:rPr>
              <a:t> </a:t>
            </a:r>
            <a:r>
              <a:rPr kumimoji="0" lang="en-US" sz="1500" b="1" i="0" u="sng" strike="noStrike" kern="0" cap="none" spc="-10" normalizeH="0" baseline="0" noProof="0" dirty="0">
                <a:ln>
                  <a:noFill/>
                </a:ln>
                <a:solidFill>
                  <a:prstClr val="black"/>
                </a:solidFill>
                <a:effectLst/>
                <a:uLnTx/>
                <a:uFillTx/>
                <a:ea typeface="+mn-ea"/>
                <a:cs typeface="Times New Roman" panose="02020603050405020304"/>
              </a:rPr>
              <a:t>Login</a:t>
            </a:r>
          </a:p>
          <a:p>
            <a:pPr marL="150495" marR="0" lvl="0" indent="0" defTabSz="914400" eaLnBrk="1" fontAlgn="auto" latinLnBrk="0" hangingPunct="1">
              <a:lnSpc>
                <a:spcPct val="100000"/>
              </a:lnSpc>
              <a:spcBef>
                <a:spcPts val="1300"/>
              </a:spcBef>
              <a:spcAft>
                <a:spcPts val="0"/>
              </a:spcAft>
              <a:buClrTx/>
              <a:buSzTx/>
              <a:buFontTx/>
              <a:buNone/>
              <a:tabLst/>
              <a:defRPr/>
            </a:pPr>
            <a:r>
              <a:rPr kumimoji="0" lang="en-US" sz="1500" b="0" i="0" u="none" strike="noStrike" kern="0" cap="none" spc="0" normalizeH="0" baseline="0" noProof="0" dirty="0">
                <a:ln>
                  <a:noFill/>
                </a:ln>
                <a:solidFill>
                  <a:prstClr val="black"/>
                </a:solidFill>
                <a:effectLst/>
                <a:uLnTx/>
                <a:uFillTx/>
                <a:ea typeface="+mn-ea"/>
                <a:cs typeface="Times New Roman" panose="02020603050405020304"/>
              </a:rPr>
              <a:t>Users</a:t>
            </a:r>
            <a:r>
              <a:rPr kumimoji="0" lang="en-US" sz="1500" b="0" i="0" u="none" strike="noStrike" kern="0" cap="none" spc="-25" normalizeH="0" baseline="0" noProof="0" dirty="0">
                <a:ln>
                  <a:noFill/>
                </a:ln>
                <a:solidFill>
                  <a:prstClr val="black"/>
                </a:solidFill>
                <a:effectLst/>
                <a:uLnTx/>
                <a:uFillTx/>
                <a:ea typeface="+mn-ea"/>
                <a:cs typeface="Times New Roman" panose="02020603050405020304"/>
              </a:rPr>
              <a:t> </a:t>
            </a:r>
            <a:r>
              <a:rPr kumimoji="0" lang="en-US" sz="1500" b="0" i="0" u="none" strike="noStrike" kern="0" cap="none" spc="0" normalizeH="0" baseline="0" noProof="0" dirty="0">
                <a:ln>
                  <a:noFill/>
                </a:ln>
                <a:solidFill>
                  <a:prstClr val="black"/>
                </a:solidFill>
                <a:effectLst/>
                <a:uLnTx/>
                <a:uFillTx/>
                <a:ea typeface="+mn-ea"/>
                <a:cs typeface="Times New Roman" panose="02020603050405020304"/>
              </a:rPr>
              <a:t>register</a:t>
            </a:r>
            <a:r>
              <a:rPr kumimoji="0" lang="en-US" sz="1500" b="0" i="0" u="none" strike="noStrike" kern="0" cap="none" spc="-20" normalizeH="0" baseline="0" noProof="0" dirty="0">
                <a:ln>
                  <a:noFill/>
                </a:ln>
                <a:solidFill>
                  <a:prstClr val="black"/>
                </a:solidFill>
                <a:effectLst/>
                <a:uLnTx/>
                <a:uFillTx/>
                <a:ea typeface="+mn-ea"/>
                <a:cs typeface="Times New Roman" panose="02020603050405020304"/>
              </a:rPr>
              <a:t> </a:t>
            </a:r>
            <a:r>
              <a:rPr kumimoji="0" lang="en-US" sz="1500" b="0" i="0" u="none" strike="noStrike" kern="0" cap="none" spc="0" normalizeH="0" baseline="0" noProof="0" dirty="0">
                <a:ln>
                  <a:noFill/>
                </a:ln>
                <a:solidFill>
                  <a:prstClr val="black"/>
                </a:solidFill>
                <a:effectLst/>
                <a:uLnTx/>
                <a:uFillTx/>
                <a:ea typeface="+mn-ea"/>
                <a:cs typeface="Times New Roman" panose="02020603050405020304"/>
              </a:rPr>
              <a:t>with</a:t>
            </a:r>
            <a:r>
              <a:rPr kumimoji="0" lang="en-US" sz="1500" b="0" i="0" u="none" strike="noStrike" kern="0" cap="none" spc="-20" normalizeH="0" baseline="0" noProof="0" dirty="0">
                <a:ln>
                  <a:noFill/>
                </a:ln>
                <a:solidFill>
                  <a:prstClr val="black"/>
                </a:solidFill>
                <a:effectLst/>
                <a:uLnTx/>
                <a:uFillTx/>
                <a:ea typeface="+mn-ea"/>
                <a:cs typeface="Times New Roman" panose="02020603050405020304"/>
              </a:rPr>
              <a:t> </a:t>
            </a:r>
            <a:r>
              <a:rPr kumimoji="0" lang="en-US" sz="1500" b="0" i="0" u="none" strike="noStrike" kern="0" cap="none" spc="0" normalizeH="0" baseline="0" noProof="0" dirty="0">
                <a:ln>
                  <a:noFill/>
                </a:ln>
                <a:solidFill>
                  <a:prstClr val="black"/>
                </a:solidFill>
                <a:effectLst/>
                <a:uLnTx/>
                <a:uFillTx/>
                <a:ea typeface="+mn-ea"/>
                <a:cs typeface="Times New Roman" panose="02020603050405020304"/>
              </a:rPr>
              <a:t>valid</a:t>
            </a:r>
            <a:r>
              <a:rPr kumimoji="0" lang="en-US" sz="1500" b="0" i="0" u="none" strike="noStrike" kern="0" cap="none" spc="-20" normalizeH="0" baseline="0" noProof="0" dirty="0">
                <a:ln>
                  <a:noFill/>
                </a:ln>
                <a:solidFill>
                  <a:prstClr val="black"/>
                </a:solidFill>
                <a:effectLst/>
                <a:uLnTx/>
                <a:uFillTx/>
                <a:ea typeface="+mn-ea"/>
                <a:cs typeface="Times New Roman" panose="02020603050405020304"/>
              </a:rPr>
              <a:t> </a:t>
            </a:r>
            <a:r>
              <a:rPr kumimoji="0" lang="en-US" sz="1500" b="0" i="0" u="none" strike="noStrike" kern="0" cap="none" spc="0" normalizeH="0" baseline="0" noProof="0" dirty="0">
                <a:ln>
                  <a:noFill/>
                </a:ln>
                <a:solidFill>
                  <a:prstClr val="black"/>
                </a:solidFill>
                <a:effectLst/>
                <a:uLnTx/>
                <a:uFillTx/>
                <a:ea typeface="+mn-ea"/>
                <a:cs typeface="Times New Roman" panose="02020603050405020304"/>
              </a:rPr>
              <a:t>credentials</a:t>
            </a:r>
            <a:r>
              <a:rPr kumimoji="0" lang="en-US" sz="1500" b="0" i="0" u="none" strike="noStrike" kern="0" cap="none" spc="-20" normalizeH="0" baseline="0" noProof="0" dirty="0">
                <a:ln>
                  <a:noFill/>
                </a:ln>
                <a:solidFill>
                  <a:prstClr val="black"/>
                </a:solidFill>
                <a:effectLst/>
                <a:uLnTx/>
                <a:uFillTx/>
                <a:ea typeface="+mn-ea"/>
                <a:cs typeface="Times New Roman" panose="02020603050405020304"/>
              </a:rPr>
              <a:t> </a:t>
            </a:r>
            <a:r>
              <a:rPr kumimoji="0" lang="en-US" sz="1500" b="0" i="0" u="none" strike="noStrike" kern="0" cap="none" spc="0" normalizeH="0" baseline="0" noProof="0" dirty="0">
                <a:ln>
                  <a:noFill/>
                </a:ln>
                <a:solidFill>
                  <a:prstClr val="black"/>
                </a:solidFill>
                <a:effectLst/>
                <a:uLnTx/>
                <a:uFillTx/>
                <a:ea typeface="+mn-ea"/>
                <a:cs typeface="Times New Roman" panose="02020603050405020304"/>
              </a:rPr>
              <a:t>and</a:t>
            </a:r>
            <a:r>
              <a:rPr kumimoji="0" lang="en-US" sz="1500" b="0" i="0" u="none" strike="noStrike" kern="0" cap="none" spc="-25" normalizeH="0" baseline="0" noProof="0" dirty="0">
                <a:ln>
                  <a:noFill/>
                </a:ln>
                <a:solidFill>
                  <a:prstClr val="black"/>
                </a:solidFill>
                <a:effectLst/>
                <a:uLnTx/>
                <a:uFillTx/>
                <a:ea typeface="+mn-ea"/>
                <a:cs typeface="Times New Roman" panose="02020603050405020304"/>
              </a:rPr>
              <a:t> </a:t>
            </a:r>
            <a:r>
              <a:rPr kumimoji="0" lang="en-US" sz="1500" b="0" i="0" u="none" strike="noStrike" kern="0" cap="none" spc="0" normalizeH="0" baseline="0" noProof="0" dirty="0">
                <a:ln>
                  <a:noFill/>
                </a:ln>
                <a:solidFill>
                  <a:prstClr val="black"/>
                </a:solidFill>
                <a:effectLst/>
                <a:uLnTx/>
                <a:uFillTx/>
                <a:ea typeface="+mn-ea"/>
                <a:cs typeface="Times New Roman" panose="02020603050405020304"/>
              </a:rPr>
              <a:t>log</a:t>
            </a:r>
            <a:r>
              <a:rPr kumimoji="0" lang="en-US" sz="1500" b="0" i="0" u="none" strike="noStrike" kern="0" cap="none" spc="-20" normalizeH="0" baseline="0" noProof="0" dirty="0">
                <a:ln>
                  <a:noFill/>
                </a:ln>
                <a:solidFill>
                  <a:prstClr val="black"/>
                </a:solidFill>
                <a:effectLst/>
                <a:uLnTx/>
                <a:uFillTx/>
                <a:ea typeface="+mn-ea"/>
                <a:cs typeface="Times New Roman" panose="02020603050405020304"/>
              </a:rPr>
              <a:t> </a:t>
            </a:r>
            <a:r>
              <a:rPr kumimoji="0" lang="en-US" sz="1500" b="0" i="0" u="none" strike="noStrike" kern="0" cap="none" spc="0" normalizeH="0" baseline="0" noProof="0" dirty="0">
                <a:ln>
                  <a:noFill/>
                </a:ln>
                <a:solidFill>
                  <a:prstClr val="black"/>
                </a:solidFill>
                <a:effectLst/>
                <a:uLnTx/>
                <a:uFillTx/>
                <a:ea typeface="+mn-ea"/>
                <a:cs typeface="Times New Roman" panose="02020603050405020304"/>
              </a:rPr>
              <a:t>into</a:t>
            </a:r>
            <a:r>
              <a:rPr kumimoji="0" lang="en-US" sz="1500" b="0" i="0" u="none" strike="noStrike" kern="0" cap="none" spc="-20" normalizeH="0" baseline="0" noProof="0" dirty="0">
                <a:ln>
                  <a:noFill/>
                </a:ln>
                <a:solidFill>
                  <a:prstClr val="black"/>
                </a:solidFill>
                <a:effectLst/>
                <a:uLnTx/>
                <a:uFillTx/>
                <a:ea typeface="+mn-ea"/>
                <a:cs typeface="Times New Roman" panose="02020603050405020304"/>
              </a:rPr>
              <a:t> </a:t>
            </a:r>
            <a:r>
              <a:rPr kumimoji="0" lang="en-US" sz="1500" b="0" i="0" u="none" strike="noStrike" kern="0" cap="none" spc="0" normalizeH="0" baseline="0" noProof="0" dirty="0">
                <a:ln>
                  <a:noFill/>
                </a:ln>
                <a:solidFill>
                  <a:prstClr val="black"/>
                </a:solidFill>
                <a:effectLst/>
                <a:uLnTx/>
                <a:uFillTx/>
                <a:ea typeface="+mn-ea"/>
                <a:cs typeface="Times New Roman" panose="02020603050405020304"/>
              </a:rPr>
              <a:t>the</a:t>
            </a:r>
            <a:r>
              <a:rPr kumimoji="0" lang="en-US" sz="1500" b="0" i="0" u="none" strike="noStrike" kern="0" cap="none" spc="-25" normalizeH="0" baseline="0" noProof="0" dirty="0">
                <a:ln>
                  <a:noFill/>
                </a:ln>
                <a:solidFill>
                  <a:prstClr val="black"/>
                </a:solidFill>
                <a:effectLst/>
                <a:uLnTx/>
                <a:uFillTx/>
                <a:ea typeface="+mn-ea"/>
                <a:cs typeface="Times New Roman" panose="02020603050405020304"/>
              </a:rPr>
              <a:t> </a:t>
            </a:r>
            <a:r>
              <a:rPr kumimoji="0" lang="en-US" sz="1500" b="0" i="0" u="none" strike="noStrike" kern="0" cap="none" spc="0" normalizeH="0" baseline="0" noProof="0" dirty="0">
                <a:ln>
                  <a:noFill/>
                </a:ln>
                <a:solidFill>
                  <a:prstClr val="black"/>
                </a:solidFill>
                <a:effectLst/>
                <a:uLnTx/>
                <a:uFillTx/>
                <a:ea typeface="+mn-ea"/>
                <a:cs typeface="Times New Roman" panose="02020603050405020304"/>
              </a:rPr>
              <a:t>system</a:t>
            </a:r>
            <a:r>
              <a:rPr kumimoji="0" lang="en-US" sz="1500" b="0" i="0" u="none" strike="noStrike" kern="0" cap="none" spc="-20" normalizeH="0" baseline="0" noProof="0" dirty="0">
                <a:ln>
                  <a:noFill/>
                </a:ln>
                <a:solidFill>
                  <a:prstClr val="black"/>
                </a:solidFill>
                <a:effectLst/>
                <a:uLnTx/>
                <a:uFillTx/>
                <a:ea typeface="+mn-ea"/>
                <a:cs typeface="Times New Roman" panose="02020603050405020304"/>
              </a:rPr>
              <a:t> </a:t>
            </a:r>
            <a:r>
              <a:rPr kumimoji="0" lang="en-US" sz="1500" b="0" i="0" u="none" strike="noStrike" kern="0" cap="none" spc="0" normalizeH="0" baseline="0" noProof="0" dirty="0">
                <a:ln>
                  <a:noFill/>
                </a:ln>
                <a:solidFill>
                  <a:prstClr val="black"/>
                </a:solidFill>
                <a:effectLst/>
                <a:uLnTx/>
                <a:uFillTx/>
                <a:ea typeface="+mn-ea"/>
                <a:cs typeface="Times New Roman" panose="02020603050405020304"/>
              </a:rPr>
              <a:t>to</a:t>
            </a:r>
            <a:r>
              <a:rPr kumimoji="0" lang="en-US" sz="1500" b="0" i="0" u="none" strike="noStrike" kern="0" cap="none" spc="-25" normalizeH="0" baseline="0" noProof="0" dirty="0">
                <a:ln>
                  <a:noFill/>
                </a:ln>
                <a:solidFill>
                  <a:prstClr val="black"/>
                </a:solidFill>
                <a:effectLst/>
                <a:uLnTx/>
                <a:uFillTx/>
                <a:ea typeface="+mn-ea"/>
                <a:cs typeface="Times New Roman" panose="02020603050405020304"/>
              </a:rPr>
              <a:t> </a:t>
            </a:r>
            <a:r>
              <a:rPr kumimoji="0" lang="en-US" sz="1500" b="0" i="0" u="none" strike="noStrike" kern="0" cap="none" spc="0" normalizeH="0" baseline="0" noProof="0" dirty="0">
                <a:ln>
                  <a:noFill/>
                </a:ln>
                <a:solidFill>
                  <a:prstClr val="black"/>
                </a:solidFill>
                <a:effectLst/>
                <a:uLnTx/>
                <a:uFillTx/>
                <a:ea typeface="+mn-ea"/>
                <a:cs typeface="Times New Roman" panose="02020603050405020304"/>
              </a:rPr>
              <a:t>access</a:t>
            </a:r>
            <a:r>
              <a:rPr kumimoji="0" lang="en-US" sz="1500" b="0" i="0" u="none" strike="noStrike" kern="0" cap="none" spc="-20" normalizeH="0" baseline="0" noProof="0" dirty="0">
                <a:ln>
                  <a:noFill/>
                </a:ln>
                <a:solidFill>
                  <a:prstClr val="black"/>
                </a:solidFill>
                <a:effectLst/>
                <a:uLnTx/>
                <a:uFillTx/>
                <a:ea typeface="+mn-ea"/>
                <a:cs typeface="Times New Roman" panose="02020603050405020304"/>
              </a:rPr>
              <a:t> </a:t>
            </a:r>
            <a:r>
              <a:rPr kumimoji="0" lang="en-US" sz="1500" b="0" i="0" u="none" strike="noStrike" kern="0" cap="none" spc="0" normalizeH="0" baseline="0" noProof="0" dirty="0">
                <a:ln>
                  <a:noFill/>
                </a:ln>
                <a:solidFill>
                  <a:prstClr val="black"/>
                </a:solidFill>
                <a:effectLst/>
                <a:uLnTx/>
                <a:uFillTx/>
                <a:ea typeface="+mn-ea"/>
                <a:cs typeface="Times New Roman" panose="02020603050405020304"/>
              </a:rPr>
              <a:t>authorized</a:t>
            </a:r>
            <a:r>
              <a:rPr kumimoji="0" lang="en-US" sz="1500" b="0" i="0" u="none" strike="noStrike" kern="0" cap="none" spc="-20" normalizeH="0" baseline="0" noProof="0" dirty="0">
                <a:ln>
                  <a:noFill/>
                </a:ln>
                <a:solidFill>
                  <a:prstClr val="black"/>
                </a:solidFill>
                <a:effectLst/>
                <a:uLnTx/>
                <a:uFillTx/>
                <a:ea typeface="+mn-ea"/>
                <a:cs typeface="Times New Roman" panose="02020603050405020304"/>
              </a:rPr>
              <a:t> </a:t>
            </a:r>
            <a:r>
              <a:rPr kumimoji="0" lang="en-US" sz="1500" b="0" i="0" u="none" strike="noStrike" kern="0" cap="none" spc="-10" normalizeH="0" baseline="0" noProof="0" dirty="0">
                <a:ln>
                  <a:noFill/>
                </a:ln>
                <a:solidFill>
                  <a:prstClr val="black"/>
                </a:solidFill>
                <a:effectLst/>
                <a:uLnTx/>
                <a:uFillTx/>
                <a:ea typeface="+mn-ea"/>
                <a:cs typeface="Times New Roman" panose="02020603050405020304"/>
              </a:rPr>
              <a:t>features.</a:t>
            </a:r>
          </a:p>
          <a:p>
            <a:pPr marL="150495" marR="0" lvl="0" indent="0" defTabSz="914400" eaLnBrk="1" fontAlgn="auto" latinLnBrk="0" hangingPunct="1">
              <a:lnSpc>
                <a:spcPct val="100000"/>
              </a:lnSpc>
              <a:spcBef>
                <a:spcPts val="1100"/>
              </a:spcBef>
              <a:spcAft>
                <a:spcPts val="0"/>
              </a:spcAft>
              <a:buClrTx/>
              <a:buSzTx/>
              <a:buFontTx/>
              <a:buNone/>
              <a:tabLst/>
              <a:defRPr/>
            </a:pPr>
            <a:r>
              <a:rPr kumimoji="0" lang="en-US" sz="1500" b="1" i="0" u="sng" strike="noStrike" kern="0" cap="none" spc="0" normalizeH="0" baseline="0" noProof="0" dirty="0">
                <a:ln>
                  <a:noFill/>
                </a:ln>
                <a:solidFill>
                  <a:prstClr val="black"/>
                </a:solidFill>
                <a:effectLst/>
                <a:uLnTx/>
                <a:uFillTx/>
                <a:ea typeface="+mn-ea"/>
                <a:cs typeface="Times New Roman" panose="02020603050405020304"/>
              </a:rPr>
              <a:t>Use</a:t>
            </a:r>
            <a:r>
              <a:rPr kumimoji="0" lang="en-US" sz="1500" b="1" i="0" u="sng" strike="noStrike" kern="0" cap="none" spc="-30" normalizeH="0" baseline="0" noProof="0" dirty="0">
                <a:ln>
                  <a:noFill/>
                </a:ln>
                <a:solidFill>
                  <a:prstClr val="black"/>
                </a:solidFill>
                <a:effectLst/>
                <a:uLnTx/>
                <a:uFillTx/>
                <a:ea typeface="+mn-ea"/>
                <a:cs typeface="Times New Roman" panose="02020603050405020304"/>
              </a:rPr>
              <a:t> </a:t>
            </a:r>
            <a:r>
              <a:rPr kumimoji="0" lang="en-US" sz="1500" b="1" i="0" u="sng" strike="noStrike" kern="0" cap="none" spc="0" normalizeH="0" baseline="0" noProof="0" dirty="0">
                <a:ln>
                  <a:noFill/>
                </a:ln>
                <a:solidFill>
                  <a:prstClr val="black"/>
                </a:solidFill>
                <a:effectLst/>
                <a:uLnTx/>
                <a:uFillTx/>
                <a:ea typeface="+mn-ea"/>
                <a:cs typeface="Times New Roman" panose="02020603050405020304"/>
              </a:rPr>
              <a:t>Case</a:t>
            </a:r>
            <a:r>
              <a:rPr kumimoji="0" lang="en-US" sz="1500" b="1" i="0" u="sng" strike="noStrike" kern="0" cap="none" spc="-30" normalizeH="0" baseline="0" noProof="0" dirty="0">
                <a:ln>
                  <a:noFill/>
                </a:ln>
                <a:solidFill>
                  <a:prstClr val="black"/>
                </a:solidFill>
                <a:effectLst/>
                <a:uLnTx/>
                <a:uFillTx/>
                <a:ea typeface="+mn-ea"/>
                <a:cs typeface="Times New Roman" panose="02020603050405020304"/>
              </a:rPr>
              <a:t> </a:t>
            </a:r>
            <a:r>
              <a:rPr kumimoji="0" lang="en-US" sz="1500" b="1" i="0" u="sng" strike="noStrike" kern="0" cap="none" spc="0" normalizeH="0" baseline="0" noProof="0" dirty="0">
                <a:ln>
                  <a:noFill/>
                </a:ln>
                <a:solidFill>
                  <a:prstClr val="black"/>
                </a:solidFill>
                <a:effectLst/>
                <a:uLnTx/>
                <a:uFillTx/>
                <a:ea typeface="+mn-ea"/>
                <a:cs typeface="Times New Roman" panose="02020603050405020304"/>
              </a:rPr>
              <a:t>2:</a:t>
            </a:r>
            <a:r>
              <a:rPr kumimoji="0" lang="en-US" sz="1500" b="1" i="0" u="sng" strike="noStrike" kern="0" cap="none" spc="-25" normalizeH="0" baseline="0" noProof="0" dirty="0">
                <a:ln>
                  <a:noFill/>
                </a:ln>
                <a:solidFill>
                  <a:prstClr val="black"/>
                </a:solidFill>
                <a:effectLst/>
                <a:uLnTx/>
                <a:uFillTx/>
                <a:ea typeface="+mn-ea"/>
                <a:cs typeface="Times New Roman" panose="02020603050405020304"/>
              </a:rPr>
              <a:t> </a:t>
            </a:r>
            <a:r>
              <a:rPr kumimoji="0" lang="en-US" sz="1500" b="1" i="0" u="sng" strike="noStrike" kern="0" cap="none" spc="0" normalizeH="0" baseline="0" noProof="0" dirty="0">
                <a:ln>
                  <a:noFill/>
                </a:ln>
                <a:solidFill>
                  <a:prstClr val="black"/>
                </a:solidFill>
                <a:effectLst/>
                <a:uLnTx/>
                <a:uFillTx/>
                <a:ea typeface="+mn-ea"/>
                <a:cs typeface="Times New Roman" panose="02020603050405020304"/>
              </a:rPr>
              <a:t>Disaster</a:t>
            </a:r>
            <a:r>
              <a:rPr kumimoji="0" lang="en-US" sz="1500" b="1" i="0" u="sng" strike="noStrike" kern="0" cap="none" spc="-55" normalizeH="0" baseline="0" noProof="0" dirty="0">
                <a:ln>
                  <a:noFill/>
                </a:ln>
                <a:solidFill>
                  <a:prstClr val="black"/>
                </a:solidFill>
                <a:effectLst/>
                <a:uLnTx/>
                <a:uFillTx/>
                <a:ea typeface="+mn-ea"/>
                <a:cs typeface="Times New Roman" panose="02020603050405020304"/>
              </a:rPr>
              <a:t> </a:t>
            </a:r>
            <a:r>
              <a:rPr kumimoji="0" lang="en-US" sz="1500" b="1" i="0" u="sng" strike="noStrike" kern="0" cap="none" spc="0" normalizeH="0" baseline="0" noProof="0" dirty="0">
                <a:ln>
                  <a:noFill/>
                </a:ln>
                <a:solidFill>
                  <a:prstClr val="black"/>
                </a:solidFill>
                <a:effectLst/>
                <a:uLnTx/>
                <a:uFillTx/>
                <a:ea typeface="+mn-ea"/>
                <a:cs typeface="Times New Roman" panose="02020603050405020304"/>
              </a:rPr>
              <a:t>Information</a:t>
            </a:r>
            <a:r>
              <a:rPr kumimoji="0" lang="en-US" sz="1500" b="1" i="0" u="sng" strike="noStrike" kern="0" cap="none" spc="-20" normalizeH="0" baseline="0" noProof="0" dirty="0">
                <a:ln>
                  <a:noFill/>
                </a:ln>
                <a:solidFill>
                  <a:prstClr val="black"/>
                </a:solidFill>
                <a:effectLst/>
                <a:uLnTx/>
                <a:uFillTx/>
                <a:ea typeface="+mn-ea"/>
                <a:cs typeface="Times New Roman" panose="02020603050405020304"/>
              </a:rPr>
              <a:t> </a:t>
            </a:r>
            <a:r>
              <a:rPr kumimoji="0" lang="en-US" sz="1500" b="1" i="0" u="sng" strike="noStrike" kern="0" cap="none" spc="-10" normalizeH="0" baseline="0" noProof="0" dirty="0">
                <a:ln>
                  <a:noFill/>
                </a:ln>
                <a:solidFill>
                  <a:prstClr val="black"/>
                </a:solidFill>
                <a:effectLst/>
                <a:uLnTx/>
                <a:uFillTx/>
                <a:ea typeface="+mn-ea"/>
                <a:cs typeface="Times New Roman" panose="02020603050405020304"/>
              </a:rPr>
              <a:t>Management</a:t>
            </a:r>
          </a:p>
          <a:p>
            <a:pPr marL="150495" marR="0" lvl="0" indent="0" defTabSz="914400" eaLnBrk="1" fontAlgn="auto" latinLnBrk="0" hangingPunct="1">
              <a:lnSpc>
                <a:spcPct val="100000"/>
              </a:lnSpc>
              <a:spcBef>
                <a:spcPts val="1305"/>
              </a:spcBef>
              <a:spcAft>
                <a:spcPts val="0"/>
              </a:spcAft>
              <a:buClrTx/>
              <a:buSzTx/>
              <a:buFontTx/>
              <a:buNone/>
              <a:tabLst/>
              <a:defRPr/>
            </a:pPr>
            <a:r>
              <a:rPr kumimoji="0" lang="en-US" sz="1500" b="0" i="0" u="none" strike="noStrike" kern="0" cap="none" spc="0" normalizeH="0" baseline="0" noProof="0" dirty="0">
                <a:ln>
                  <a:noFill/>
                </a:ln>
                <a:solidFill>
                  <a:prstClr val="black"/>
                </a:solidFill>
                <a:effectLst/>
                <a:uLnTx/>
                <a:uFillTx/>
                <a:ea typeface="+mn-ea"/>
                <a:cs typeface="Times New Roman" panose="02020603050405020304"/>
              </a:rPr>
              <a:t>Authorized</a:t>
            </a:r>
            <a:r>
              <a:rPr kumimoji="0" lang="en-US" sz="1500" b="0" i="0" u="none" strike="noStrike" kern="0" cap="none" spc="-15" normalizeH="0" baseline="0" noProof="0" dirty="0">
                <a:ln>
                  <a:noFill/>
                </a:ln>
                <a:solidFill>
                  <a:prstClr val="black"/>
                </a:solidFill>
                <a:effectLst/>
                <a:uLnTx/>
                <a:uFillTx/>
                <a:ea typeface="+mn-ea"/>
                <a:cs typeface="Times New Roman" panose="02020603050405020304"/>
              </a:rPr>
              <a:t> </a:t>
            </a:r>
            <a:r>
              <a:rPr kumimoji="0" lang="en-US" sz="1500" b="0" i="0" u="none" strike="noStrike" kern="0" cap="none" spc="0" normalizeH="0" baseline="0" noProof="0" dirty="0">
                <a:ln>
                  <a:noFill/>
                </a:ln>
                <a:solidFill>
                  <a:prstClr val="black"/>
                </a:solidFill>
                <a:effectLst/>
                <a:uLnTx/>
                <a:uFillTx/>
                <a:ea typeface="+mn-ea"/>
                <a:cs typeface="Times New Roman" panose="02020603050405020304"/>
              </a:rPr>
              <a:t>users</a:t>
            </a:r>
            <a:r>
              <a:rPr kumimoji="0" lang="en-US" sz="1500" b="0" i="0" u="none" strike="noStrike" kern="0" cap="none" spc="-15" normalizeH="0" baseline="0" noProof="0" dirty="0">
                <a:ln>
                  <a:noFill/>
                </a:ln>
                <a:solidFill>
                  <a:prstClr val="black"/>
                </a:solidFill>
                <a:effectLst/>
                <a:uLnTx/>
                <a:uFillTx/>
                <a:ea typeface="+mn-ea"/>
                <a:cs typeface="Times New Roman" panose="02020603050405020304"/>
              </a:rPr>
              <a:t> </a:t>
            </a:r>
            <a:r>
              <a:rPr kumimoji="0" lang="en-US" sz="1500" b="0" i="0" u="none" strike="noStrike" kern="0" cap="none" spc="0" normalizeH="0" baseline="0" noProof="0" dirty="0">
                <a:ln>
                  <a:noFill/>
                </a:ln>
                <a:solidFill>
                  <a:prstClr val="black"/>
                </a:solidFill>
                <a:effectLst/>
                <a:uLnTx/>
                <a:uFillTx/>
                <a:ea typeface="+mn-ea"/>
                <a:cs typeface="Times New Roman" panose="02020603050405020304"/>
              </a:rPr>
              <a:t>can</a:t>
            </a:r>
            <a:r>
              <a:rPr kumimoji="0" lang="en-US" sz="1500" b="0" i="0" u="none" strike="noStrike" kern="0" cap="none" spc="-15" normalizeH="0" baseline="0" noProof="0" dirty="0">
                <a:ln>
                  <a:noFill/>
                </a:ln>
                <a:solidFill>
                  <a:prstClr val="black"/>
                </a:solidFill>
                <a:effectLst/>
                <a:uLnTx/>
                <a:uFillTx/>
                <a:ea typeface="+mn-ea"/>
                <a:cs typeface="Times New Roman" panose="02020603050405020304"/>
              </a:rPr>
              <a:t> </a:t>
            </a:r>
            <a:r>
              <a:rPr kumimoji="0" lang="en-US" sz="1500" b="0" i="0" u="none" strike="noStrike" kern="0" cap="none" spc="0" normalizeH="0" baseline="0" noProof="0" dirty="0">
                <a:ln>
                  <a:noFill/>
                </a:ln>
                <a:solidFill>
                  <a:prstClr val="black"/>
                </a:solidFill>
                <a:effectLst/>
                <a:uLnTx/>
                <a:uFillTx/>
                <a:ea typeface="+mn-ea"/>
                <a:cs typeface="Times New Roman" panose="02020603050405020304"/>
              </a:rPr>
              <a:t>add,</a:t>
            </a:r>
            <a:r>
              <a:rPr kumimoji="0" lang="en-US" sz="1500" b="0" i="0" u="none" strike="noStrike" kern="0" cap="none" spc="-10" normalizeH="0" baseline="0" noProof="0" dirty="0">
                <a:ln>
                  <a:noFill/>
                </a:ln>
                <a:solidFill>
                  <a:prstClr val="black"/>
                </a:solidFill>
                <a:effectLst/>
                <a:uLnTx/>
                <a:uFillTx/>
                <a:ea typeface="+mn-ea"/>
                <a:cs typeface="Times New Roman" panose="02020603050405020304"/>
              </a:rPr>
              <a:t> </a:t>
            </a:r>
            <a:r>
              <a:rPr kumimoji="0" lang="en-US" sz="1500" b="0" i="0" u="none" strike="noStrike" kern="0" cap="none" spc="0" normalizeH="0" baseline="0" noProof="0" dirty="0">
                <a:ln>
                  <a:noFill/>
                </a:ln>
                <a:solidFill>
                  <a:prstClr val="black"/>
                </a:solidFill>
                <a:effectLst/>
                <a:uLnTx/>
                <a:uFillTx/>
                <a:ea typeface="+mn-ea"/>
                <a:cs typeface="Times New Roman" panose="02020603050405020304"/>
              </a:rPr>
              <a:t>update,</a:t>
            </a:r>
            <a:r>
              <a:rPr kumimoji="0" lang="en-US" sz="1500" b="0" i="0" u="none" strike="noStrike" kern="0" cap="none" spc="-15" normalizeH="0" baseline="0" noProof="0" dirty="0">
                <a:ln>
                  <a:noFill/>
                </a:ln>
                <a:solidFill>
                  <a:prstClr val="black"/>
                </a:solidFill>
                <a:effectLst/>
                <a:uLnTx/>
                <a:uFillTx/>
                <a:ea typeface="+mn-ea"/>
                <a:cs typeface="Times New Roman" panose="02020603050405020304"/>
              </a:rPr>
              <a:t> </a:t>
            </a:r>
            <a:r>
              <a:rPr kumimoji="0" lang="en-US" sz="1500" b="0" i="0" u="none" strike="noStrike" kern="0" cap="none" spc="0" normalizeH="0" baseline="0" noProof="0" dirty="0">
                <a:ln>
                  <a:noFill/>
                </a:ln>
                <a:solidFill>
                  <a:prstClr val="black"/>
                </a:solidFill>
                <a:effectLst/>
                <a:uLnTx/>
                <a:uFillTx/>
                <a:ea typeface="+mn-ea"/>
                <a:cs typeface="Times New Roman" panose="02020603050405020304"/>
              </a:rPr>
              <a:t>and</a:t>
            </a:r>
            <a:r>
              <a:rPr kumimoji="0" lang="en-US" sz="1500" b="0" i="0" u="none" strike="noStrike" kern="0" cap="none" spc="-15" normalizeH="0" baseline="0" noProof="0" dirty="0">
                <a:ln>
                  <a:noFill/>
                </a:ln>
                <a:solidFill>
                  <a:prstClr val="black"/>
                </a:solidFill>
                <a:effectLst/>
                <a:uLnTx/>
                <a:uFillTx/>
                <a:ea typeface="+mn-ea"/>
                <a:cs typeface="Times New Roman" panose="02020603050405020304"/>
              </a:rPr>
              <a:t> </a:t>
            </a:r>
            <a:r>
              <a:rPr kumimoji="0" lang="en-US" sz="1500" b="0" i="0" u="none" strike="noStrike" kern="0" cap="none" spc="0" normalizeH="0" baseline="0" noProof="0" dirty="0">
                <a:ln>
                  <a:noFill/>
                </a:ln>
                <a:solidFill>
                  <a:prstClr val="black"/>
                </a:solidFill>
                <a:effectLst/>
                <a:uLnTx/>
                <a:uFillTx/>
                <a:ea typeface="+mn-ea"/>
                <a:cs typeface="Times New Roman" panose="02020603050405020304"/>
              </a:rPr>
              <a:t>manage</a:t>
            </a:r>
            <a:r>
              <a:rPr kumimoji="0" lang="en-US" sz="1500" b="0" i="0" u="none" strike="noStrike" kern="0" cap="none" spc="-15" normalizeH="0" baseline="0" noProof="0" dirty="0">
                <a:ln>
                  <a:noFill/>
                </a:ln>
                <a:solidFill>
                  <a:prstClr val="black"/>
                </a:solidFill>
                <a:effectLst/>
                <a:uLnTx/>
                <a:uFillTx/>
                <a:ea typeface="+mn-ea"/>
                <a:cs typeface="Times New Roman" panose="02020603050405020304"/>
              </a:rPr>
              <a:t> </a:t>
            </a:r>
            <a:r>
              <a:rPr kumimoji="0" lang="en-US" sz="1500" b="0" i="0" u="none" strike="noStrike" kern="0" cap="none" spc="-10" normalizeH="0" baseline="0" noProof="0" dirty="0">
                <a:ln>
                  <a:noFill/>
                </a:ln>
                <a:solidFill>
                  <a:prstClr val="black"/>
                </a:solidFill>
                <a:effectLst/>
                <a:uLnTx/>
                <a:uFillTx/>
                <a:ea typeface="+mn-ea"/>
                <a:cs typeface="Times New Roman" panose="02020603050405020304"/>
              </a:rPr>
              <a:t>disaster-</a:t>
            </a:r>
            <a:r>
              <a:rPr kumimoji="0" lang="en-US" sz="1500" b="0" i="0" u="none" strike="noStrike" kern="0" cap="none" spc="0" normalizeH="0" baseline="0" noProof="0" dirty="0">
                <a:ln>
                  <a:noFill/>
                </a:ln>
                <a:solidFill>
                  <a:prstClr val="black"/>
                </a:solidFill>
                <a:effectLst/>
                <a:uLnTx/>
                <a:uFillTx/>
                <a:ea typeface="+mn-ea"/>
                <a:cs typeface="Times New Roman" panose="02020603050405020304"/>
              </a:rPr>
              <a:t>related</a:t>
            </a:r>
            <a:r>
              <a:rPr kumimoji="0" lang="en-US" sz="1500" b="0" i="0" u="none" strike="noStrike" kern="0" cap="none" spc="-15" normalizeH="0" baseline="0" noProof="0" dirty="0">
                <a:ln>
                  <a:noFill/>
                </a:ln>
                <a:solidFill>
                  <a:prstClr val="black"/>
                </a:solidFill>
                <a:effectLst/>
                <a:uLnTx/>
                <a:uFillTx/>
                <a:ea typeface="+mn-ea"/>
                <a:cs typeface="Times New Roman" panose="02020603050405020304"/>
              </a:rPr>
              <a:t> </a:t>
            </a:r>
            <a:r>
              <a:rPr kumimoji="0" lang="en-US" sz="1500" b="0" i="0" u="none" strike="noStrike" kern="0" cap="none" spc="0" normalizeH="0" baseline="0" noProof="0" dirty="0">
                <a:ln>
                  <a:noFill/>
                </a:ln>
                <a:solidFill>
                  <a:prstClr val="black"/>
                </a:solidFill>
                <a:effectLst/>
                <a:uLnTx/>
                <a:uFillTx/>
                <a:ea typeface="+mn-ea"/>
                <a:cs typeface="Times New Roman" panose="02020603050405020304"/>
              </a:rPr>
              <a:t>data</a:t>
            </a:r>
            <a:r>
              <a:rPr kumimoji="0" lang="en-US" sz="1500" b="0" i="0" u="none" strike="noStrike" kern="0" cap="none" spc="-15" normalizeH="0" baseline="0" noProof="0" dirty="0">
                <a:ln>
                  <a:noFill/>
                </a:ln>
                <a:solidFill>
                  <a:prstClr val="black"/>
                </a:solidFill>
                <a:effectLst/>
                <a:uLnTx/>
                <a:uFillTx/>
                <a:ea typeface="+mn-ea"/>
                <a:cs typeface="Times New Roman" panose="02020603050405020304"/>
              </a:rPr>
              <a:t> </a:t>
            </a:r>
            <a:r>
              <a:rPr kumimoji="0" lang="en-US" sz="1500" b="0" i="0" u="none" strike="noStrike" kern="0" cap="none" spc="0" normalizeH="0" baseline="0" noProof="0" dirty="0">
                <a:ln>
                  <a:noFill/>
                </a:ln>
                <a:solidFill>
                  <a:prstClr val="black"/>
                </a:solidFill>
                <a:effectLst/>
                <a:uLnTx/>
                <a:uFillTx/>
                <a:ea typeface="+mn-ea"/>
                <a:cs typeface="Times New Roman" panose="02020603050405020304"/>
              </a:rPr>
              <a:t>such</a:t>
            </a:r>
            <a:r>
              <a:rPr kumimoji="0" lang="en-US" sz="1500" b="0" i="0" u="none" strike="noStrike" kern="0" cap="none" spc="-10" normalizeH="0" baseline="0" noProof="0" dirty="0">
                <a:ln>
                  <a:noFill/>
                </a:ln>
                <a:solidFill>
                  <a:prstClr val="black"/>
                </a:solidFill>
                <a:effectLst/>
                <a:uLnTx/>
                <a:uFillTx/>
                <a:ea typeface="+mn-ea"/>
                <a:cs typeface="Times New Roman" panose="02020603050405020304"/>
              </a:rPr>
              <a:t> </a:t>
            </a:r>
            <a:r>
              <a:rPr kumimoji="0" lang="en-US" sz="1500" b="0" i="0" u="none" strike="noStrike" kern="0" cap="none" spc="0" normalizeH="0" baseline="0" noProof="0" dirty="0">
                <a:ln>
                  <a:noFill/>
                </a:ln>
                <a:solidFill>
                  <a:prstClr val="black"/>
                </a:solidFill>
                <a:effectLst/>
                <a:uLnTx/>
                <a:uFillTx/>
                <a:ea typeface="+mn-ea"/>
                <a:cs typeface="Times New Roman" panose="02020603050405020304"/>
              </a:rPr>
              <a:t>as</a:t>
            </a:r>
            <a:r>
              <a:rPr kumimoji="0" lang="en-US" sz="1500" b="0" i="0" u="none" strike="noStrike" kern="0" cap="none" spc="-15" normalizeH="0" baseline="0" noProof="0" dirty="0">
                <a:ln>
                  <a:noFill/>
                </a:ln>
                <a:solidFill>
                  <a:prstClr val="black"/>
                </a:solidFill>
                <a:effectLst/>
                <a:uLnTx/>
                <a:uFillTx/>
                <a:ea typeface="+mn-ea"/>
                <a:cs typeface="Times New Roman" panose="02020603050405020304"/>
              </a:rPr>
              <a:t> </a:t>
            </a:r>
            <a:r>
              <a:rPr kumimoji="0" lang="en-US" sz="1500" b="0" i="0" u="none" strike="noStrike" kern="0" cap="none" spc="0" normalizeH="0" baseline="0" noProof="0" dirty="0">
                <a:ln>
                  <a:noFill/>
                </a:ln>
                <a:solidFill>
                  <a:prstClr val="black"/>
                </a:solidFill>
                <a:effectLst/>
                <a:uLnTx/>
                <a:uFillTx/>
                <a:ea typeface="+mn-ea"/>
                <a:cs typeface="Times New Roman" panose="02020603050405020304"/>
              </a:rPr>
              <a:t>location,</a:t>
            </a:r>
            <a:r>
              <a:rPr kumimoji="0" lang="en-US" sz="1500" b="0" i="0" u="none" strike="noStrike" kern="0" cap="none" spc="-15" normalizeH="0" baseline="0" noProof="0" dirty="0">
                <a:ln>
                  <a:noFill/>
                </a:ln>
                <a:solidFill>
                  <a:prstClr val="black"/>
                </a:solidFill>
                <a:effectLst/>
                <a:uLnTx/>
                <a:uFillTx/>
                <a:ea typeface="+mn-ea"/>
                <a:cs typeface="Times New Roman" panose="02020603050405020304"/>
              </a:rPr>
              <a:t> </a:t>
            </a:r>
            <a:r>
              <a:rPr kumimoji="0" lang="en-US" sz="1500" b="0" i="0" u="none" strike="noStrike" kern="0" cap="none" spc="0" normalizeH="0" baseline="0" noProof="0" dirty="0">
                <a:ln>
                  <a:noFill/>
                </a:ln>
                <a:solidFill>
                  <a:prstClr val="black"/>
                </a:solidFill>
                <a:effectLst/>
                <a:uLnTx/>
                <a:uFillTx/>
                <a:ea typeface="+mn-ea"/>
                <a:cs typeface="Times New Roman" panose="02020603050405020304"/>
              </a:rPr>
              <a:t>type,</a:t>
            </a:r>
            <a:r>
              <a:rPr kumimoji="0" lang="en-US" sz="1500" b="0" i="0" u="none" strike="noStrike" kern="0" cap="none" spc="-10" normalizeH="0" baseline="0" noProof="0" dirty="0">
                <a:ln>
                  <a:noFill/>
                </a:ln>
                <a:solidFill>
                  <a:prstClr val="black"/>
                </a:solidFill>
                <a:effectLst/>
                <a:uLnTx/>
                <a:uFillTx/>
                <a:ea typeface="+mn-ea"/>
                <a:cs typeface="Times New Roman" panose="02020603050405020304"/>
              </a:rPr>
              <a:t> </a:t>
            </a:r>
            <a:r>
              <a:rPr kumimoji="0" lang="en-US" sz="1500" b="0" i="0" u="none" strike="noStrike" kern="0" cap="none" spc="0" normalizeH="0" baseline="0" noProof="0" dirty="0">
                <a:ln>
                  <a:noFill/>
                </a:ln>
                <a:solidFill>
                  <a:prstClr val="black"/>
                </a:solidFill>
                <a:effectLst/>
                <a:uLnTx/>
                <a:uFillTx/>
                <a:ea typeface="+mn-ea"/>
                <a:cs typeface="Times New Roman" panose="02020603050405020304"/>
              </a:rPr>
              <a:t>and</a:t>
            </a:r>
            <a:r>
              <a:rPr kumimoji="0" lang="en-US" sz="1500" b="0" i="0" u="none" strike="noStrike" kern="0" cap="none" spc="-15" normalizeH="0" baseline="0" noProof="0" dirty="0">
                <a:ln>
                  <a:noFill/>
                </a:ln>
                <a:solidFill>
                  <a:prstClr val="black"/>
                </a:solidFill>
                <a:effectLst/>
                <a:uLnTx/>
                <a:uFillTx/>
                <a:ea typeface="+mn-ea"/>
                <a:cs typeface="Times New Roman" panose="02020603050405020304"/>
              </a:rPr>
              <a:t> </a:t>
            </a:r>
            <a:r>
              <a:rPr kumimoji="0" lang="en-US" sz="1500" b="0" i="0" u="none" strike="noStrike" kern="0" cap="none" spc="-10" normalizeH="0" baseline="0" noProof="0" dirty="0">
                <a:ln>
                  <a:noFill/>
                </a:ln>
                <a:solidFill>
                  <a:prstClr val="black"/>
                </a:solidFill>
                <a:effectLst/>
                <a:uLnTx/>
                <a:uFillTx/>
                <a:ea typeface="+mn-ea"/>
                <a:cs typeface="Times New Roman" panose="02020603050405020304"/>
              </a:rPr>
              <a:t>severity.</a:t>
            </a:r>
          </a:p>
          <a:p>
            <a:pPr marL="150495" marR="0" lvl="0" indent="0" defTabSz="914400" eaLnBrk="1" fontAlgn="auto" latinLnBrk="0" hangingPunct="1">
              <a:lnSpc>
                <a:spcPct val="100000"/>
              </a:lnSpc>
              <a:spcBef>
                <a:spcPts val="1100"/>
              </a:spcBef>
              <a:spcAft>
                <a:spcPts val="0"/>
              </a:spcAft>
              <a:buClrTx/>
              <a:buSzTx/>
              <a:buFontTx/>
              <a:buNone/>
              <a:tabLst/>
              <a:defRPr/>
            </a:pPr>
            <a:r>
              <a:rPr kumimoji="0" lang="en-US" sz="1500" b="1" i="0" u="sng" strike="noStrike" kern="0" cap="none" spc="0" normalizeH="0" baseline="0" noProof="0" dirty="0">
                <a:ln>
                  <a:noFill/>
                </a:ln>
                <a:solidFill>
                  <a:prstClr val="black"/>
                </a:solidFill>
                <a:effectLst/>
                <a:uLnTx/>
                <a:uFillTx/>
                <a:ea typeface="+mn-ea"/>
                <a:cs typeface="Times New Roman" panose="02020603050405020304"/>
              </a:rPr>
              <a:t>Use</a:t>
            </a:r>
            <a:r>
              <a:rPr kumimoji="0" lang="en-US" sz="1500" b="1" i="0" u="sng" strike="noStrike" kern="0" cap="none" spc="-40" normalizeH="0" baseline="0" noProof="0" dirty="0">
                <a:ln>
                  <a:noFill/>
                </a:ln>
                <a:solidFill>
                  <a:prstClr val="black"/>
                </a:solidFill>
                <a:effectLst/>
                <a:uLnTx/>
                <a:uFillTx/>
                <a:ea typeface="+mn-ea"/>
                <a:cs typeface="Times New Roman" panose="02020603050405020304"/>
              </a:rPr>
              <a:t> </a:t>
            </a:r>
            <a:r>
              <a:rPr kumimoji="0" lang="en-US" sz="1500" b="1" i="0" u="sng" strike="noStrike" kern="0" cap="none" spc="0" normalizeH="0" baseline="0" noProof="0" dirty="0">
                <a:ln>
                  <a:noFill/>
                </a:ln>
                <a:solidFill>
                  <a:prstClr val="black"/>
                </a:solidFill>
                <a:effectLst/>
                <a:uLnTx/>
                <a:uFillTx/>
                <a:ea typeface="+mn-ea"/>
                <a:cs typeface="Times New Roman" panose="02020603050405020304"/>
              </a:rPr>
              <a:t>Case</a:t>
            </a:r>
            <a:r>
              <a:rPr kumimoji="0" lang="en-US" sz="1500" b="1" i="0" u="sng" strike="noStrike" kern="0" cap="none" spc="-35" normalizeH="0" baseline="0" noProof="0" dirty="0">
                <a:ln>
                  <a:noFill/>
                </a:ln>
                <a:solidFill>
                  <a:prstClr val="black"/>
                </a:solidFill>
                <a:effectLst/>
                <a:uLnTx/>
                <a:uFillTx/>
                <a:ea typeface="+mn-ea"/>
                <a:cs typeface="Times New Roman" panose="02020603050405020304"/>
              </a:rPr>
              <a:t> </a:t>
            </a:r>
            <a:r>
              <a:rPr kumimoji="0" lang="en-US" sz="1500" b="1" i="0" u="sng" strike="noStrike" kern="0" cap="none" spc="0" normalizeH="0" baseline="0" noProof="0" dirty="0">
                <a:ln>
                  <a:noFill/>
                </a:ln>
                <a:solidFill>
                  <a:prstClr val="black"/>
                </a:solidFill>
                <a:effectLst/>
                <a:uLnTx/>
                <a:uFillTx/>
                <a:ea typeface="+mn-ea"/>
                <a:cs typeface="Times New Roman" panose="02020603050405020304"/>
              </a:rPr>
              <a:t>3:</a:t>
            </a:r>
            <a:r>
              <a:rPr kumimoji="0" lang="en-US" sz="1500" b="1" i="0" u="sng" strike="noStrike" kern="0" cap="none" spc="-35" normalizeH="0" baseline="0" noProof="0" dirty="0">
                <a:ln>
                  <a:noFill/>
                </a:ln>
                <a:solidFill>
                  <a:prstClr val="black"/>
                </a:solidFill>
                <a:effectLst/>
                <a:uLnTx/>
                <a:uFillTx/>
                <a:ea typeface="+mn-ea"/>
                <a:cs typeface="Times New Roman" panose="02020603050405020304"/>
              </a:rPr>
              <a:t> </a:t>
            </a:r>
            <a:r>
              <a:rPr kumimoji="0" lang="en-US" sz="1500" b="1" i="0" u="sng" strike="noStrike" kern="0" cap="none" spc="0" normalizeH="0" baseline="0" noProof="0" dirty="0">
                <a:ln>
                  <a:noFill/>
                </a:ln>
                <a:solidFill>
                  <a:prstClr val="black"/>
                </a:solidFill>
                <a:effectLst/>
                <a:uLnTx/>
                <a:uFillTx/>
                <a:ea typeface="+mn-ea"/>
                <a:cs typeface="Times New Roman" panose="02020603050405020304"/>
              </a:rPr>
              <a:t>Resource</a:t>
            </a:r>
            <a:r>
              <a:rPr kumimoji="0" lang="en-US" sz="1500" b="1" i="0" u="sng" strike="noStrike" kern="0" cap="none" spc="-35" normalizeH="0" baseline="0" noProof="0" dirty="0">
                <a:ln>
                  <a:noFill/>
                </a:ln>
                <a:solidFill>
                  <a:prstClr val="black"/>
                </a:solidFill>
                <a:effectLst/>
                <a:uLnTx/>
                <a:uFillTx/>
                <a:ea typeface="+mn-ea"/>
                <a:cs typeface="Times New Roman" panose="02020603050405020304"/>
              </a:rPr>
              <a:t> </a:t>
            </a:r>
            <a:r>
              <a:rPr kumimoji="0" lang="en-US" sz="1500" b="1" i="0" u="sng" strike="noStrike" kern="0" cap="none" spc="-10" normalizeH="0" baseline="0" noProof="0" dirty="0">
                <a:ln>
                  <a:noFill/>
                </a:ln>
                <a:solidFill>
                  <a:prstClr val="black"/>
                </a:solidFill>
                <a:effectLst/>
                <a:uLnTx/>
                <a:uFillTx/>
                <a:ea typeface="+mn-ea"/>
                <a:cs typeface="Times New Roman" panose="02020603050405020304"/>
              </a:rPr>
              <a:t>Management</a:t>
            </a:r>
          </a:p>
          <a:p>
            <a:pPr marL="150495" marR="0" lvl="0" indent="0" defTabSz="914400" eaLnBrk="1" fontAlgn="auto" latinLnBrk="0" hangingPunct="1">
              <a:lnSpc>
                <a:spcPct val="100000"/>
              </a:lnSpc>
              <a:spcBef>
                <a:spcPts val="1305"/>
              </a:spcBef>
              <a:spcAft>
                <a:spcPts val="0"/>
              </a:spcAft>
              <a:buClrTx/>
              <a:buSzTx/>
              <a:buFontTx/>
              <a:buNone/>
              <a:tabLst/>
              <a:defRPr/>
            </a:pPr>
            <a:r>
              <a:rPr kumimoji="0" lang="en-US" sz="1500" b="0" i="0" u="none" strike="noStrike" kern="0" cap="none" spc="0" normalizeH="0" baseline="0" noProof="0" dirty="0">
                <a:ln>
                  <a:noFill/>
                </a:ln>
                <a:solidFill>
                  <a:prstClr val="black"/>
                </a:solidFill>
                <a:effectLst/>
                <a:uLnTx/>
                <a:uFillTx/>
                <a:ea typeface="+mn-ea"/>
                <a:cs typeface="Times New Roman" panose="02020603050405020304"/>
              </a:rPr>
              <a:t>Administrators</a:t>
            </a:r>
            <a:r>
              <a:rPr kumimoji="0" lang="en-US" sz="1500" b="0" i="0" u="none" strike="noStrike" kern="0" cap="none" spc="-15" normalizeH="0" baseline="0" noProof="0" dirty="0">
                <a:ln>
                  <a:noFill/>
                </a:ln>
                <a:solidFill>
                  <a:prstClr val="black"/>
                </a:solidFill>
                <a:effectLst/>
                <a:uLnTx/>
                <a:uFillTx/>
                <a:ea typeface="+mn-ea"/>
                <a:cs typeface="Times New Roman" panose="02020603050405020304"/>
              </a:rPr>
              <a:t> </a:t>
            </a:r>
            <a:r>
              <a:rPr kumimoji="0" lang="en-US" sz="1500" b="0" i="0" u="none" strike="noStrike" kern="0" cap="none" spc="0" normalizeH="0" baseline="0" noProof="0" dirty="0">
                <a:ln>
                  <a:noFill/>
                </a:ln>
                <a:solidFill>
                  <a:prstClr val="black"/>
                </a:solidFill>
                <a:effectLst/>
                <a:uLnTx/>
                <a:uFillTx/>
                <a:ea typeface="+mn-ea"/>
                <a:cs typeface="Times New Roman" panose="02020603050405020304"/>
              </a:rPr>
              <a:t>manage</a:t>
            </a:r>
            <a:r>
              <a:rPr kumimoji="0" lang="en-US" sz="1500" b="0" i="0" u="none" strike="noStrike" kern="0" cap="none" spc="-15" normalizeH="0" baseline="0" noProof="0" dirty="0">
                <a:ln>
                  <a:noFill/>
                </a:ln>
                <a:solidFill>
                  <a:prstClr val="black"/>
                </a:solidFill>
                <a:effectLst/>
                <a:uLnTx/>
                <a:uFillTx/>
                <a:ea typeface="+mn-ea"/>
                <a:cs typeface="Times New Roman" panose="02020603050405020304"/>
              </a:rPr>
              <a:t> </a:t>
            </a:r>
            <a:r>
              <a:rPr kumimoji="0" lang="en-US" sz="1500" b="0" i="0" u="none" strike="noStrike" kern="0" cap="none" spc="-20" normalizeH="0" baseline="0" noProof="0" dirty="0">
                <a:ln>
                  <a:noFill/>
                </a:ln>
                <a:solidFill>
                  <a:prstClr val="black"/>
                </a:solidFill>
                <a:effectLst/>
                <a:uLnTx/>
                <a:uFillTx/>
                <a:ea typeface="+mn-ea"/>
                <a:cs typeface="Times New Roman" panose="02020603050405020304"/>
              </a:rPr>
              <a:t>resource</a:t>
            </a:r>
            <a:r>
              <a:rPr kumimoji="0" lang="en-US" sz="1500" b="0" i="0" u="none" strike="noStrike" kern="0" cap="none" spc="-15" normalizeH="0" baseline="0" noProof="0" dirty="0">
                <a:ln>
                  <a:noFill/>
                </a:ln>
                <a:solidFill>
                  <a:prstClr val="black"/>
                </a:solidFill>
                <a:effectLst/>
                <a:uLnTx/>
                <a:uFillTx/>
                <a:ea typeface="+mn-ea"/>
                <a:cs typeface="Times New Roman" panose="02020603050405020304"/>
              </a:rPr>
              <a:t> </a:t>
            </a:r>
            <a:r>
              <a:rPr kumimoji="0" lang="en-US" sz="1500" b="0" i="0" u="none" strike="noStrike" kern="0" cap="none" spc="-10" normalizeH="0" baseline="0" noProof="0" dirty="0">
                <a:ln>
                  <a:noFill/>
                </a:ln>
                <a:solidFill>
                  <a:prstClr val="black"/>
                </a:solidFill>
                <a:effectLst/>
                <a:uLnTx/>
                <a:uFillTx/>
                <a:ea typeface="+mn-ea"/>
                <a:cs typeface="Times New Roman" panose="02020603050405020304"/>
              </a:rPr>
              <a:t>inventory, </a:t>
            </a:r>
            <a:r>
              <a:rPr kumimoji="0" lang="en-US" sz="1500" b="0" i="0" u="none" strike="noStrike" kern="0" cap="none" spc="0" normalizeH="0" baseline="0" noProof="0" dirty="0">
                <a:ln>
                  <a:noFill/>
                </a:ln>
                <a:solidFill>
                  <a:prstClr val="black"/>
                </a:solidFill>
                <a:effectLst/>
                <a:uLnTx/>
                <a:uFillTx/>
                <a:ea typeface="+mn-ea"/>
                <a:cs typeface="Times New Roman" panose="02020603050405020304"/>
              </a:rPr>
              <a:t>including</a:t>
            </a:r>
            <a:r>
              <a:rPr kumimoji="0" lang="en-US" sz="1500" b="0" i="0" u="none" strike="noStrike" kern="0" cap="none" spc="-10" normalizeH="0" baseline="0" noProof="0" dirty="0">
                <a:ln>
                  <a:noFill/>
                </a:ln>
                <a:solidFill>
                  <a:prstClr val="black"/>
                </a:solidFill>
                <a:effectLst/>
                <a:uLnTx/>
                <a:uFillTx/>
                <a:ea typeface="+mn-ea"/>
                <a:cs typeface="Times New Roman" panose="02020603050405020304"/>
              </a:rPr>
              <a:t> </a:t>
            </a:r>
            <a:r>
              <a:rPr kumimoji="0" lang="en-US" sz="1500" b="0" i="0" u="none" strike="noStrike" kern="0" cap="none" spc="0" normalizeH="0" baseline="0" noProof="0" dirty="0">
                <a:ln>
                  <a:noFill/>
                </a:ln>
                <a:solidFill>
                  <a:prstClr val="black"/>
                </a:solidFill>
                <a:effectLst/>
                <a:uLnTx/>
                <a:uFillTx/>
                <a:ea typeface="+mn-ea"/>
                <a:cs typeface="Times New Roman" panose="02020603050405020304"/>
              </a:rPr>
              <a:t>availability</a:t>
            </a:r>
            <a:r>
              <a:rPr kumimoji="0" lang="en-US" sz="1500" b="0" i="0" u="none" strike="noStrike" kern="0" cap="none" spc="-15" normalizeH="0" baseline="0" noProof="0" dirty="0">
                <a:ln>
                  <a:noFill/>
                </a:ln>
                <a:solidFill>
                  <a:prstClr val="black"/>
                </a:solidFill>
                <a:effectLst/>
                <a:uLnTx/>
                <a:uFillTx/>
                <a:ea typeface="+mn-ea"/>
                <a:cs typeface="Times New Roman" panose="02020603050405020304"/>
              </a:rPr>
              <a:t> </a:t>
            </a:r>
            <a:r>
              <a:rPr kumimoji="0" lang="en-US" sz="1500" b="0" i="0" u="none" strike="noStrike" kern="0" cap="none" spc="0" normalizeH="0" baseline="0" noProof="0" dirty="0">
                <a:ln>
                  <a:noFill/>
                </a:ln>
                <a:solidFill>
                  <a:prstClr val="black"/>
                </a:solidFill>
                <a:effectLst/>
                <a:uLnTx/>
                <a:uFillTx/>
                <a:ea typeface="+mn-ea"/>
                <a:cs typeface="Times New Roman" panose="02020603050405020304"/>
              </a:rPr>
              <a:t>and</a:t>
            </a:r>
            <a:r>
              <a:rPr kumimoji="0" lang="en-US" sz="1500" b="0" i="0" u="none" strike="noStrike" kern="0" cap="none" spc="-10" normalizeH="0" baseline="0" noProof="0" dirty="0">
                <a:ln>
                  <a:noFill/>
                </a:ln>
                <a:solidFill>
                  <a:prstClr val="black"/>
                </a:solidFill>
                <a:effectLst/>
                <a:uLnTx/>
                <a:uFillTx/>
                <a:ea typeface="+mn-ea"/>
                <a:cs typeface="Times New Roman" panose="02020603050405020304"/>
              </a:rPr>
              <a:t> status.</a:t>
            </a:r>
          </a:p>
          <a:p>
            <a:pPr marL="150495" marR="0" lvl="0" indent="0" defTabSz="914400" eaLnBrk="1" fontAlgn="auto" latinLnBrk="0" hangingPunct="1">
              <a:lnSpc>
                <a:spcPct val="100000"/>
              </a:lnSpc>
              <a:spcBef>
                <a:spcPts val="1100"/>
              </a:spcBef>
              <a:spcAft>
                <a:spcPts val="0"/>
              </a:spcAft>
              <a:buClrTx/>
              <a:buSzTx/>
              <a:buFontTx/>
              <a:buNone/>
              <a:tabLst/>
              <a:defRPr/>
            </a:pPr>
            <a:r>
              <a:rPr kumimoji="0" lang="en-US" sz="1500" b="1" i="0" u="sng" strike="noStrike" kern="0" cap="none" spc="0" normalizeH="0" baseline="0" noProof="0" dirty="0">
                <a:ln>
                  <a:noFill/>
                </a:ln>
                <a:solidFill>
                  <a:prstClr val="black"/>
                </a:solidFill>
                <a:effectLst/>
                <a:uLnTx/>
                <a:uFillTx/>
                <a:ea typeface="+mn-ea"/>
                <a:cs typeface="Times New Roman" panose="02020603050405020304"/>
              </a:rPr>
              <a:t>Use</a:t>
            </a:r>
            <a:r>
              <a:rPr kumimoji="0" lang="en-US" sz="1500" b="1" i="0" u="sng" strike="noStrike" kern="0" cap="none" spc="-30" normalizeH="0" baseline="0" noProof="0" dirty="0">
                <a:ln>
                  <a:noFill/>
                </a:ln>
                <a:solidFill>
                  <a:prstClr val="black"/>
                </a:solidFill>
                <a:effectLst/>
                <a:uLnTx/>
                <a:uFillTx/>
                <a:ea typeface="+mn-ea"/>
                <a:cs typeface="Times New Roman" panose="02020603050405020304"/>
              </a:rPr>
              <a:t> </a:t>
            </a:r>
            <a:r>
              <a:rPr kumimoji="0" lang="en-US" sz="1500" b="1" i="0" u="sng" strike="noStrike" kern="0" cap="none" spc="0" normalizeH="0" baseline="0" noProof="0" dirty="0">
                <a:ln>
                  <a:noFill/>
                </a:ln>
                <a:solidFill>
                  <a:prstClr val="black"/>
                </a:solidFill>
                <a:effectLst/>
                <a:uLnTx/>
                <a:uFillTx/>
                <a:ea typeface="+mn-ea"/>
                <a:cs typeface="Times New Roman" panose="02020603050405020304"/>
              </a:rPr>
              <a:t>Case</a:t>
            </a:r>
            <a:r>
              <a:rPr kumimoji="0" lang="en-US" sz="1500" b="1" i="0" u="sng" strike="noStrike" kern="0" cap="none" spc="-20" normalizeH="0" baseline="0" noProof="0" dirty="0">
                <a:ln>
                  <a:noFill/>
                </a:ln>
                <a:solidFill>
                  <a:prstClr val="black"/>
                </a:solidFill>
                <a:effectLst/>
                <a:uLnTx/>
                <a:uFillTx/>
                <a:ea typeface="+mn-ea"/>
                <a:cs typeface="Times New Roman" panose="02020603050405020304"/>
              </a:rPr>
              <a:t> </a:t>
            </a:r>
            <a:r>
              <a:rPr kumimoji="0" lang="en-US" sz="1500" b="1" i="0" u="sng" strike="noStrike" kern="0" cap="none" spc="0" normalizeH="0" baseline="0" noProof="0" dirty="0">
                <a:ln>
                  <a:noFill/>
                </a:ln>
                <a:solidFill>
                  <a:prstClr val="black"/>
                </a:solidFill>
                <a:effectLst/>
                <a:uLnTx/>
                <a:uFillTx/>
                <a:ea typeface="+mn-ea"/>
                <a:cs typeface="Times New Roman" panose="02020603050405020304"/>
              </a:rPr>
              <a:t>4:</a:t>
            </a:r>
            <a:r>
              <a:rPr kumimoji="0" lang="en-US" sz="1500" b="1" i="0" u="sng" strike="noStrike" kern="0" cap="none" spc="-10" normalizeH="0" baseline="0" noProof="0" dirty="0">
                <a:ln>
                  <a:noFill/>
                </a:ln>
                <a:solidFill>
                  <a:prstClr val="black"/>
                </a:solidFill>
                <a:effectLst/>
                <a:uLnTx/>
                <a:uFillTx/>
                <a:ea typeface="+mn-ea"/>
                <a:cs typeface="Times New Roman" panose="02020603050405020304"/>
              </a:rPr>
              <a:t> Resource</a:t>
            </a:r>
            <a:r>
              <a:rPr kumimoji="0" lang="en-US" sz="1500" b="1" i="0" u="sng" strike="noStrike" kern="0" cap="none" spc="-85" normalizeH="0" baseline="0" noProof="0" dirty="0">
                <a:ln>
                  <a:noFill/>
                </a:ln>
                <a:solidFill>
                  <a:prstClr val="black"/>
                </a:solidFill>
                <a:effectLst/>
                <a:uLnTx/>
                <a:uFillTx/>
                <a:ea typeface="+mn-ea"/>
                <a:cs typeface="Times New Roman" panose="02020603050405020304"/>
              </a:rPr>
              <a:t> </a:t>
            </a:r>
            <a:r>
              <a:rPr kumimoji="0" lang="en-US" sz="1500" b="1" i="0" u="sng" strike="noStrike" kern="0" cap="none" spc="-10" normalizeH="0" baseline="0" noProof="0" dirty="0">
                <a:ln>
                  <a:noFill/>
                </a:ln>
                <a:solidFill>
                  <a:prstClr val="black"/>
                </a:solidFill>
                <a:effectLst/>
                <a:uLnTx/>
                <a:uFillTx/>
                <a:ea typeface="+mn-ea"/>
                <a:cs typeface="Times New Roman" panose="02020603050405020304"/>
              </a:rPr>
              <a:t>Allocation</a:t>
            </a:r>
          </a:p>
          <a:p>
            <a:pPr marL="150495" marR="0" lvl="0" indent="0" defTabSz="914400" eaLnBrk="1" fontAlgn="auto" latinLnBrk="0" hangingPunct="1">
              <a:lnSpc>
                <a:spcPct val="100000"/>
              </a:lnSpc>
              <a:spcBef>
                <a:spcPts val="1300"/>
              </a:spcBef>
              <a:spcAft>
                <a:spcPts val="0"/>
              </a:spcAft>
              <a:buClrTx/>
              <a:buSzTx/>
              <a:buFontTx/>
              <a:buNone/>
              <a:tabLst/>
              <a:defRPr/>
            </a:pPr>
            <a:r>
              <a:rPr kumimoji="0" lang="en-US" sz="1500" b="0" i="0" u="none" strike="noStrike" kern="0" cap="none" spc="-10" normalizeH="0" baseline="0" noProof="0" dirty="0">
                <a:ln>
                  <a:noFill/>
                </a:ln>
                <a:solidFill>
                  <a:prstClr val="black"/>
                </a:solidFill>
                <a:effectLst/>
                <a:uLnTx/>
                <a:uFillTx/>
                <a:ea typeface="+mn-ea"/>
                <a:cs typeface="Times New Roman" panose="02020603050405020304"/>
              </a:rPr>
              <a:t>Resources</a:t>
            </a:r>
            <a:r>
              <a:rPr kumimoji="0" lang="en-US" sz="1500" b="0" i="0" u="none" strike="noStrike" kern="0" cap="none" spc="-25" normalizeH="0" baseline="0" noProof="0" dirty="0">
                <a:ln>
                  <a:noFill/>
                </a:ln>
                <a:solidFill>
                  <a:prstClr val="black"/>
                </a:solidFill>
                <a:effectLst/>
                <a:uLnTx/>
                <a:uFillTx/>
                <a:ea typeface="+mn-ea"/>
                <a:cs typeface="Times New Roman" panose="02020603050405020304"/>
              </a:rPr>
              <a:t> </a:t>
            </a:r>
            <a:r>
              <a:rPr kumimoji="0" lang="en-US" sz="1500" b="0" i="0" u="none" strike="noStrike" kern="0" cap="none" spc="0" normalizeH="0" baseline="0" noProof="0" dirty="0">
                <a:ln>
                  <a:noFill/>
                </a:ln>
                <a:solidFill>
                  <a:prstClr val="black"/>
                </a:solidFill>
                <a:effectLst/>
                <a:uLnTx/>
                <a:uFillTx/>
                <a:ea typeface="+mn-ea"/>
                <a:cs typeface="Times New Roman" panose="02020603050405020304"/>
              </a:rPr>
              <a:t>are</a:t>
            </a:r>
            <a:r>
              <a:rPr kumimoji="0" lang="en-US" sz="1500" b="0" i="0" u="none" strike="noStrike" kern="0" cap="none" spc="-30" normalizeH="0" baseline="0" noProof="0" dirty="0">
                <a:ln>
                  <a:noFill/>
                </a:ln>
                <a:solidFill>
                  <a:prstClr val="black"/>
                </a:solidFill>
                <a:effectLst/>
                <a:uLnTx/>
                <a:uFillTx/>
                <a:ea typeface="+mn-ea"/>
                <a:cs typeface="Times New Roman" panose="02020603050405020304"/>
              </a:rPr>
              <a:t> </a:t>
            </a:r>
            <a:r>
              <a:rPr kumimoji="0" lang="en-US" sz="1500" b="0" i="0" u="none" strike="noStrike" kern="0" cap="none" spc="0" normalizeH="0" baseline="0" noProof="0" dirty="0">
                <a:ln>
                  <a:noFill/>
                </a:ln>
                <a:solidFill>
                  <a:prstClr val="black"/>
                </a:solidFill>
                <a:effectLst/>
                <a:uLnTx/>
                <a:uFillTx/>
                <a:ea typeface="+mn-ea"/>
                <a:cs typeface="Times New Roman" panose="02020603050405020304"/>
              </a:rPr>
              <a:t>allocated</a:t>
            </a:r>
            <a:r>
              <a:rPr kumimoji="0" lang="en-US" sz="1500" b="0" i="0" u="none" strike="noStrike" kern="0" cap="none" spc="-25" normalizeH="0" baseline="0" noProof="0" dirty="0">
                <a:ln>
                  <a:noFill/>
                </a:ln>
                <a:solidFill>
                  <a:prstClr val="black"/>
                </a:solidFill>
                <a:effectLst/>
                <a:uLnTx/>
                <a:uFillTx/>
                <a:ea typeface="+mn-ea"/>
                <a:cs typeface="Times New Roman" panose="02020603050405020304"/>
              </a:rPr>
              <a:t> </a:t>
            </a:r>
            <a:r>
              <a:rPr kumimoji="0" lang="en-US" sz="1500" b="0" i="0" u="none" strike="noStrike" kern="0" cap="none" spc="0" normalizeH="0" baseline="0" noProof="0" dirty="0">
                <a:ln>
                  <a:noFill/>
                </a:ln>
                <a:solidFill>
                  <a:prstClr val="black"/>
                </a:solidFill>
                <a:effectLst/>
                <a:uLnTx/>
                <a:uFillTx/>
                <a:ea typeface="+mn-ea"/>
                <a:cs typeface="Times New Roman" panose="02020603050405020304"/>
              </a:rPr>
              <a:t>to</a:t>
            </a:r>
            <a:r>
              <a:rPr kumimoji="0" lang="en-US" sz="1500" b="0" i="0" u="none" strike="noStrike" kern="0" cap="none" spc="-25" normalizeH="0" baseline="0" noProof="0" dirty="0">
                <a:ln>
                  <a:noFill/>
                </a:ln>
                <a:solidFill>
                  <a:prstClr val="black"/>
                </a:solidFill>
                <a:effectLst/>
                <a:uLnTx/>
                <a:uFillTx/>
                <a:ea typeface="+mn-ea"/>
                <a:cs typeface="Times New Roman" panose="02020603050405020304"/>
              </a:rPr>
              <a:t> </a:t>
            </a:r>
            <a:r>
              <a:rPr kumimoji="0" lang="en-US" sz="1500" b="0" i="0" u="none" strike="noStrike" kern="0" cap="none" spc="0" normalizeH="0" baseline="0" noProof="0" dirty="0">
                <a:ln>
                  <a:noFill/>
                </a:ln>
                <a:solidFill>
                  <a:prstClr val="black"/>
                </a:solidFill>
                <a:effectLst/>
                <a:uLnTx/>
                <a:uFillTx/>
                <a:ea typeface="+mn-ea"/>
                <a:cs typeface="Times New Roman" panose="02020603050405020304"/>
              </a:rPr>
              <a:t>affected</a:t>
            </a:r>
            <a:r>
              <a:rPr kumimoji="0" lang="en-US" sz="1500" b="0" i="0" u="none" strike="noStrike" kern="0" cap="none" spc="-20" normalizeH="0" baseline="0" noProof="0" dirty="0">
                <a:ln>
                  <a:noFill/>
                </a:ln>
                <a:solidFill>
                  <a:prstClr val="black"/>
                </a:solidFill>
                <a:effectLst/>
                <a:uLnTx/>
                <a:uFillTx/>
                <a:ea typeface="+mn-ea"/>
                <a:cs typeface="Times New Roman" panose="02020603050405020304"/>
              </a:rPr>
              <a:t> </a:t>
            </a:r>
            <a:r>
              <a:rPr kumimoji="0" lang="en-US" sz="1500" b="0" i="0" u="none" strike="noStrike" kern="0" cap="none" spc="-10" normalizeH="0" baseline="0" noProof="0" dirty="0">
                <a:ln>
                  <a:noFill/>
                </a:ln>
                <a:solidFill>
                  <a:prstClr val="black"/>
                </a:solidFill>
                <a:effectLst/>
                <a:uLnTx/>
                <a:uFillTx/>
                <a:ea typeface="+mn-ea"/>
                <a:cs typeface="Times New Roman" panose="02020603050405020304"/>
              </a:rPr>
              <a:t>areas</a:t>
            </a:r>
            <a:r>
              <a:rPr kumimoji="0" lang="en-US" sz="1500" b="0" i="0" u="none" strike="noStrike" kern="0" cap="none" spc="-25" normalizeH="0" baseline="0" noProof="0" dirty="0">
                <a:ln>
                  <a:noFill/>
                </a:ln>
                <a:solidFill>
                  <a:prstClr val="black"/>
                </a:solidFill>
                <a:effectLst/>
                <a:uLnTx/>
                <a:uFillTx/>
                <a:ea typeface="+mn-ea"/>
                <a:cs typeface="Times New Roman" panose="02020603050405020304"/>
              </a:rPr>
              <a:t> </a:t>
            </a:r>
            <a:r>
              <a:rPr kumimoji="0" lang="en-US" sz="1500" b="0" i="0" u="none" strike="noStrike" kern="0" cap="none" spc="0" normalizeH="0" baseline="0" noProof="0" dirty="0">
                <a:ln>
                  <a:noFill/>
                </a:ln>
                <a:solidFill>
                  <a:prstClr val="black"/>
                </a:solidFill>
                <a:effectLst/>
                <a:uLnTx/>
                <a:uFillTx/>
                <a:ea typeface="+mn-ea"/>
                <a:cs typeface="Times New Roman" panose="02020603050405020304"/>
              </a:rPr>
              <a:t>based</a:t>
            </a:r>
            <a:r>
              <a:rPr kumimoji="0" lang="en-US" sz="1500" b="0" i="0" u="none" strike="noStrike" kern="0" cap="none" spc="-25" normalizeH="0" baseline="0" noProof="0" dirty="0">
                <a:ln>
                  <a:noFill/>
                </a:ln>
                <a:solidFill>
                  <a:prstClr val="black"/>
                </a:solidFill>
                <a:effectLst/>
                <a:uLnTx/>
                <a:uFillTx/>
                <a:ea typeface="+mn-ea"/>
                <a:cs typeface="Times New Roman" panose="02020603050405020304"/>
              </a:rPr>
              <a:t> </a:t>
            </a:r>
            <a:r>
              <a:rPr kumimoji="0" lang="en-US" sz="1500" b="0" i="0" u="none" strike="noStrike" kern="0" cap="none" spc="0" normalizeH="0" baseline="0" noProof="0" dirty="0">
                <a:ln>
                  <a:noFill/>
                </a:ln>
                <a:solidFill>
                  <a:prstClr val="black"/>
                </a:solidFill>
                <a:effectLst/>
                <a:uLnTx/>
                <a:uFillTx/>
                <a:ea typeface="+mn-ea"/>
                <a:cs typeface="Times New Roman" panose="02020603050405020304"/>
              </a:rPr>
              <a:t>on</a:t>
            </a:r>
            <a:r>
              <a:rPr kumimoji="0" lang="en-US" sz="1500" b="0" i="0" u="none" strike="noStrike" kern="0" cap="none" spc="-25" normalizeH="0" baseline="0" noProof="0" dirty="0">
                <a:ln>
                  <a:noFill/>
                </a:ln>
                <a:solidFill>
                  <a:prstClr val="black"/>
                </a:solidFill>
                <a:effectLst/>
                <a:uLnTx/>
                <a:uFillTx/>
                <a:ea typeface="+mn-ea"/>
                <a:cs typeface="Times New Roman" panose="02020603050405020304"/>
              </a:rPr>
              <a:t> </a:t>
            </a:r>
            <a:r>
              <a:rPr kumimoji="0" lang="en-US" sz="1500" b="0" i="0" u="none" strike="noStrike" kern="0" cap="none" spc="0" normalizeH="0" baseline="0" noProof="0" dirty="0">
                <a:ln>
                  <a:noFill/>
                </a:ln>
                <a:solidFill>
                  <a:prstClr val="black"/>
                </a:solidFill>
                <a:effectLst/>
                <a:uLnTx/>
                <a:uFillTx/>
                <a:ea typeface="+mn-ea"/>
                <a:cs typeface="Times New Roman" panose="02020603050405020304"/>
              </a:rPr>
              <a:t>priority</a:t>
            </a:r>
            <a:r>
              <a:rPr kumimoji="0" lang="en-US" sz="1500" b="0" i="0" u="none" strike="noStrike" kern="0" cap="none" spc="-25" normalizeH="0" baseline="0" noProof="0" dirty="0">
                <a:ln>
                  <a:noFill/>
                </a:ln>
                <a:solidFill>
                  <a:prstClr val="black"/>
                </a:solidFill>
                <a:effectLst/>
                <a:uLnTx/>
                <a:uFillTx/>
                <a:ea typeface="+mn-ea"/>
                <a:cs typeface="Times New Roman" panose="02020603050405020304"/>
              </a:rPr>
              <a:t> </a:t>
            </a:r>
            <a:r>
              <a:rPr kumimoji="0" lang="en-US" sz="1500" b="0" i="0" u="none" strike="noStrike" kern="0" cap="none" spc="0" normalizeH="0" baseline="0" noProof="0" dirty="0">
                <a:ln>
                  <a:noFill/>
                </a:ln>
                <a:solidFill>
                  <a:prstClr val="black"/>
                </a:solidFill>
                <a:effectLst/>
                <a:uLnTx/>
                <a:uFillTx/>
                <a:ea typeface="+mn-ea"/>
                <a:cs typeface="Times New Roman" panose="02020603050405020304"/>
              </a:rPr>
              <a:t>and</a:t>
            </a:r>
            <a:r>
              <a:rPr kumimoji="0" lang="en-US" sz="1500" b="0" i="0" u="none" strike="noStrike" kern="0" cap="none" spc="-25" normalizeH="0" baseline="0" noProof="0" dirty="0">
                <a:ln>
                  <a:noFill/>
                </a:ln>
                <a:solidFill>
                  <a:prstClr val="black"/>
                </a:solidFill>
                <a:effectLst/>
                <a:uLnTx/>
                <a:uFillTx/>
                <a:ea typeface="+mn-ea"/>
                <a:cs typeface="Times New Roman" panose="02020603050405020304"/>
              </a:rPr>
              <a:t> </a:t>
            </a:r>
            <a:r>
              <a:rPr kumimoji="0" lang="en-US" sz="1500" b="0" i="0" u="none" strike="noStrike" kern="0" cap="none" spc="0" normalizeH="0" baseline="0" noProof="0" dirty="0">
                <a:ln>
                  <a:noFill/>
                </a:ln>
                <a:solidFill>
                  <a:prstClr val="black"/>
                </a:solidFill>
                <a:effectLst/>
                <a:uLnTx/>
                <a:uFillTx/>
                <a:ea typeface="+mn-ea"/>
                <a:cs typeface="Times New Roman" panose="02020603050405020304"/>
              </a:rPr>
              <a:t>disaster</a:t>
            </a:r>
            <a:r>
              <a:rPr kumimoji="0" lang="en-US" sz="1500" b="0" i="0" u="none" strike="noStrike" kern="0" cap="none" spc="-25" normalizeH="0" baseline="0" noProof="0" dirty="0">
                <a:ln>
                  <a:noFill/>
                </a:ln>
                <a:solidFill>
                  <a:prstClr val="black"/>
                </a:solidFill>
                <a:effectLst/>
                <a:uLnTx/>
                <a:uFillTx/>
                <a:ea typeface="+mn-ea"/>
                <a:cs typeface="Times New Roman" panose="02020603050405020304"/>
              </a:rPr>
              <a:t> </a:t>
            </a:r>
            <a:r>
              <a:rPr kumimoji="0" lang="en-US" sz="1500" b="0" i="0" u="none" strike="noStrike" kern="0" cap="none" spc="-10" normalizeH="0" baseline="0" noProof="0" dirty="0">
                <a:ln>
                  <a:noFill/>
                </a:ln>
                <a:solidFill>
                  <a:prstClr val="black"/>
                </a:solidFill>
                <a:effectLst/>
                <a:uLnTx/>
                <a:uFillTx/>
                <a:ea typeface="+mn-ea"/>
                <a:cs typeface="Times New Roman" panose="02020603050405020304"/>
              </a:rPr>
              <a:t>severity.</a:t>
            </a:r>
          </a:p>
          <a:p>
            <a:pPr marL="150495" marR="0" lvl="0" indent="0" defTabSz="914400" eaLnBrk="1" fontAlgn="auto" latinLnBrk="0" hangingPunct="1">
              <a:lnSpc>
                <a:spcPct val="100000"/>
              </a:lnSpc>
              <a:spcBef>
                <a:spcPts val="1100"/>
              </a:spcBef>
              <a:spcAft>
                <a:spcPts val="0"/>
              </a:spcAft>
              <a:buClrTx/>
              <a:buSzTx/>
              <a:buFontTx/>
              <a:buNone/>
              <a:tabLst/>
              <a:defRPr/>
            </a:pPr>
            <a:r>
              <a:rPr kumimoji="0" lang="en-US" sz="1500" b="1" i="0" u="sng" strike="noStrike" kern="0" cap="none" spc="0" normalizeH="0" baseline="0" noProof="0" dirty="0">
                <a:ln>
                  <a:noFill/>
                </a:ln>
                <a:solidFill>
                  <a:prstClr val="black"/>
                </a:solidFill>
                <a:effectLst/>
                <a:uLnTx/>
                <a:uFillTx/>
                <a:ea typeface="+mn-ea"/>
                <a:cs typeface="Times New Roman" panose="02020603050405020304"/>
              </a:rPr>
              <a:t>Use</a:t>
            </a:r>
            <a:r>
              <a:rPr kumimoji="0" lang="en-US" sz="1500" b="1" i="0" u="sng" strike="noStrike" kern="0" cap="none" spc="-30" normalizeH="0" baseline="0" noProof="0" dirty="0">
                <a:ln>
                  <a:noFill/>
                </a:ln>
                <a:solidFill>
                  <a:prstClr val="black"/>
                </a:solidFill>
                <a:effectLst/>
                <a:uLnTx/>
                <a:uFillTx/>
                <a:ea typeface="+mn-ea"/>
                <a:cs typeface="Times New Roman" panose="02020603050405020304"/>
              </a:rPr>
              <a:t> </a:t>
            </a:r>
            <a:r>
              <a:rPr kumimoji="0" lang="en-US" sz="1500" b="1" i="0" u="sng" strike="noStrike" kern="0" cap="none" spc="0" normalizeH="0" baseline="0" noProof="0" dirty="0">
                <a:ln>
                  <a:noFill/>
                </a:ln>
                <a:solidFill>
                  <a:prstClr val="black"/>
                </a:solidFill>
                <a:effectLst/>
                <a:uLnTx/>
                <a:uFillTx/>
                <a:ea typeface="+mn-ea"/>
                <a:cs typeface="Times New Roman" panose="02020603050405020304"/>
              </a:rPr>
              <a:t>Case</a:t>
            </a:r>
            <a:r>
              <a:rPr kumimoji="0" lang="en-US" sz="1500" b="1" i="0" u="sng" strike="noStrike" kern="0" cap="none" spc="-25" normalizeH="0" baseline="0" noProof="0" dirty="0">
                <a:ln>
                  <a:noFill/>
                </a:ln>
                <a:solidFill>
                  <a:prstClr val="black"/>
                </a:solidFill>
                <a:effectLst/>
                <a:uLnTx/>
                <a:uFillTx/>
                <a:ea typeface="+mn-ea"/>
                <a:cs typeface="Times New Roman" panose="02020603050405020304"/>
              </a:rPr>
              <a:t> </a:t>
            </a:r>
            <a:r>
              <a:rPr kumimoji="0" lang="en-US" sz="1500" b="1" i="0" u="sng" strike="noStrike" kern="0" cap="none" spc="0" normalizeH="0" baseline="0" noProof="0" dirty="0">
                <a:ln>
                  <a:noFill/>
                </a:ln>
                <a:solidFill>
                  <a:prstClr val="black"/>
                </a:solidFill>
                <a:effectLst/>
                <a:uLnTx/>
                <a:uFillTx/>
                <a:ea typeface="+mn-ea"/>
                <a:cs typeface="Times New Roman" panose="02020603050405020304"/>
              </a:rPr>
              <a:t>5:</a:t>
            </a:r>
            <a:r>
              <a:rPr kumimoji="0" lang="en-US" sz="1500" b="1" i="0" u="sng" strike="noStrike" kern="0" cap="none" spc="-25" normalizeH="0" baseline="0" noProof="0" dirty="0">
                <a:ln>
                  <a:noFill/>
                </a:ln>
                <a:solidFill>
                  <a:prstClr val="black"/>
                </a:solidFill>
                <a:effectLst/>
                <a:uLnTx/>
                <a:uFillTx/>
                <a:ea typeface="+mn-ea"/>
                <a:cs typeface="Times New Roman" panose="02020603050405020304"/>
              </a:rPr>
              <a:t> </a:t>
            </a:r>
            <a:r>
              <a:rPr kumimoji="0" lang="en-US" sz="1500" b="1" i="0" u="sng" strike="noStrike" kern="0" cap="none" spc="0" normalizeH="0" baseline="0" noProof="0" dirty="0">
                <a:ln>
                  <a:noFill/>
                </a:ln>
                <a:solidFill>
                  <a:prstClr val="black"/>
                </a:solidFill>
                <a:effectLst/>
                <a:uLnTx/>
                <a:uFillTx/>
                <a:ea typeface="+mn-ea"/>
                <a:cs typeface="Times New Roman" panose="02020603050405020304"/>
              </a:rPr>
              <a:t>Monitoring</a:t>
            </a:r>
            <a:r>
              <a:rPr kumimoji="0" lang="en-US" sz="1500" b="1" i="0" u="sng" strike="noStrike" kern="0" cap="none" spc="-25" normalizeH="0" baseline="0" noProof="0" dirty="0">
                <a:ln>
                  <a:noFill/>
                </a:ln>
                <a:solidFill>
                  <a:prstClr val="black"/>
                </a:solidFill>
                <a:effectLst/>
                <a:uLnTx/>
                <a:uFillTx/>
                <a:ea typeface="+mn-ea"/>
                <a:cs typeface="Times New Roman" panose="02020603050405020304"/>
              </a:rPr>
              <a:t> </a:t>
            </a:r>
            <a:r>
              <a:rPr kumimoji="0" lang="en-US" sz="1500" b="1" i="0" u="sng" strike="noStrike" kern="0" cap="none" spc="0" normalizeH="0" baseline="0" noProof="0" dirty="0">
                <a:ln>
                  <a:noFill/>
                </a:ln>
                <a:solidFill>
                  <a:prstClr val="black"/>
                </a:solidFill>
                <a:effectLst/>
                <a:uLnTx/>
                <a:uFillTx/>
                <a:ea typeface="+mn-ea"/>
                <a:cs typeface="Times New Roman" panose="02020603050405020304"/>
              </a:rPr>
              <a:t>and</a:t>
            </a:r>
            <a:r>
              <a:rPr kumimoji="0" lang="en-US" sz="1500" b="1" i="0" u="sng" strike="noStrike" kern="0" cap="none" spc="-50" normalizeH="0" baseline="0" noProof="0" dirty="0">
                <a:ln>
                  <a:noFill/>
                </a:ln>
                <a:solidFill>
                  <a:prstClr val="black"/>
                </a:solidFill>
                <a:effectLst/>
                <a:uLnTx/>
                <a:uFillTx/>
                <a:ea typeface="+mn-ea"/>
                <a:cs typeface="Times New Roman" panose="02020603050405020304"/>
              </a:rPr>
              <a:t> </a:t>
            </a:r>
            <a:r>
              <a:rPr kumimoji="0" lang="en-US" sz="1500" b="1" i="0" u="sng" strike="noStrike" kern="0" cap="none" spc="-10" normalizeH="0" baseline="0" noProof="0" dirty="0">
                <a:ln>
                  <a:noFill/>
                </a:ln>
                <a:solidFill>
                  <a:prstClr val="black"/>
                </a:solidFill>
                <a:effectLst/>
                <a:uLnTx/>
                <a:uFillTx/>
                <a:ea typeface="+mn-ea"/>
                <a:cs typeface="Times New Roman" panose="02020603050405020304"/>
              </a:rPr>
              <a:t>Tracking</a:t>
            </a:r>
          </a:p>
          <a:p>
            <a:pPr marL="150495" marR="0" lvl="0" indent="0" defTabSz="914400" eaLnBrk="1" fontAlgn="auto" latinLnBrk="0" hangingPunct="1">
              <a:lnSpc>
                <a:spcPct val="100000"/>
              </a:lnSpc>
              <a:spcBef>
                <a:spcPts val="1305"/>
              </a:spcBef>
              <a:spcAft>
                <a:spcPts val="0"/>
              </a:spcAft>
              <a:buClrTx/>
              <a:buSzTx/>
              <a:buFontTx/>
              <a:buNone/>
              <a:tabLst/>
              <a:defRPr/>
            </a:pPr>
            <a:r>
              <a:rPr kumimoji="0" lang="en-US" sz="1500" b="0" i="0" u="none" strike="noStrike" kern="0" cap="none" spc="0" normalizeH="0" baseline="0" noProof="0" dirty="0">
                <a:ln>
                  <a:noFill/>
                </a:ln>
                <a:solidFill>
                  <a:prstClr val="black"/>
                </a:solidFill>
                <a:effectLst/>
                <a:uLnTx/>
                <a:uFillTx/>
                <a:ea typeface="+mn-ea"/>
                <a:cs typeface="Times New Roman" panose="02020603050405020304"/>
              </a:rPr>
              <a:t>Authorities</a:t>
            </a:r>
            <a:r>
              <a:rPr kumimoji="0" lang="en-US" sz="1500" b="0" i="0" u="none" strike="noStrike" kern="0" cap="none" spc="-20" normalizeH="0" baseline="0" noProof="0" dirty="0">
                <a:ln>
                  <a:noFill/>
                </a:ln>
                <a:solidFill>
                  <a:prstClr val="black"/>
                </a:solidFill>
                <a:effectLst/>
                <a:uLnTx/>
                <a:uFillTx/>
                <a:ea typeface="+mn-ea"/>
                <a:cs typeface="Times New Roman" panose="02020603050405020304"/>
              </a:rPr>
              <a:t> </a:t>
            </a:r>
            <a:r>
              <a:rPr kumimoji="0" lang="en-US" sz="1500" b="0" i="0" u="none" strike="noStrike" kern="0" cap="none" spc="0" normalizeH="0" baseline="0" noProof="0" dirty="0">
                <a:ln>
                  <a:noFill/>
                </a:ln>
                <a:solidFill>
                  <a:prstClr val="black"/>
                </a:solidFill>
                <a:effectLst/>
                <a:uLnTx/>
                <a:uFillTx/>
                <a:ea typeface="+mn-ea"/>
                <a:cs typeface="Times New Roman" panose="02020603050405020304"/>
              </a:rPr>
              <a:t>monitor</a:t>
            </a:r>
            <a:r>
              <a:rPr kumimoji="0" lang="en-US" sz="1500" b="0" i="0" u="none" strike="noStrike" kern="0" cap="none" spc="-20" normalizeH="0" baseline="0" noProof="0" dirty="0">
                <a:ln>
                  <a:noFill/>
                </a:ln>
                <a:solidFill>
                  <a:prstClr val="black"/>
                </a:solidFill>
                <a:effectLst/>
                <a:uLnTx/>
                <a:uFillTx/>
                <a:ea typeface="+mn-ea"/>
                <a:cs typeface="Times New Roman" panose="02020603050405020304"/>
              </a:rPr>
              <a:t> </a:t>
            </a:r>
            <a:r>
              <a:rPr kumimoji="0" lang="en-US" sz="1500" b="0" i="0" u="none" strike="noStrike" kern="0" cap="none" spc="0" normalizeH="0" baseline="0" noProof="0" dirty="0">
                <a:ln>
                  <a:noFill/>
                </a:ln>
                <a:solidFill>
                  <a:prstClr val="black"/>
                </a:solidFill>
                <a:effectLst/>
                <a:uLnTx/>
                <a:uFillTx/>
                <a:ea typeface="+mn-ea"/>
                <a:cs typeface="Times New Roman" panose="02020603050405020304"/>
              </a:rPr>
              <a:t>disaster</a:t>
            </a:r>
            <a:r>
              <a:rPr kumimoji="0" lang="en-US" sz="1500" b="0" i="0" u="none" strike="noStrike" kern="0" cap="none" spc="-15" normalizeH="0" baseline="0" noProof="0" dirty="0">
                <a:ln>
                  <a:noFill/>
                </a:ln>
                <a:solidFill>
                  <a:prstClr val="black"/>
                </a:solidFill>
                <a:effectLst/>
                <a:uLnTx/>
                <a:uFillTx/>
                <a:ea typeface="+mn-ea"/>
                <a:cs typeface="Times New Roman" panose="02020603050405020304"/>
              </a:rPr>
              <a:t> </a:t>
            </a:r>
            <a:r>
              <a:rPr kumimoji="0" lang="en-US" sz="1500" b="0" i="0" u="none" strike="noStrike" kern="0" cap="none" spc="-10" normalizeH="0" baseline="0" noProof="0" dirty="0">
                <a:ln>
                  <a:noFill/>
                </a:ln>
                <a:solidFill>
                  <a:prstClr val="black"/>
                </a:solidFill>
                <a:effectLst/>
                <a:uLnTx/>
                <a:uFillTx/>
                <a:ea typeface="+mn-ea"/>
                <a:cs typeface="Times New Roman" panose="02020603050405020304"/>
              </a:rPr>
              <a:t>response</a:t>
            </a:r>
            <a:r>
              <a:rPr kumimoji="0" lang="en-US" sz="1500" b="0" i="0" u="none" strike="noStrike" kern="0" cap="none" spc="-25" normalizeH="0" baseline="0" noProof="0" dirty="0">
                <a:ln>
                  <a:noFill/>
                </a:ln>
                <a:solidFill>
                  <a:prstClr val="black"/>
                </a:solidFill>
                <a:effectLst/>
                <a:uLnTx/>
                <a:uFillTx/>
                <a:ea typeface="+mn-ea"/>
                <a:cs typeface="Times New Roman" panose="02020603050405020304"/>
              </a:rPr>
              <a:t> </a:t>
            </a:r>
            <a:r>
              <a:rPr kumimoji="0" lang="en-US" sz="1500" b="0" i="0" u="none" strike="noStrike" kern="0" cap="none" spc="0" normalizeH="0" baseline="0" noProof="0" dirty="0">
                <a:ln>
                  <a:noFill/>
                </a:ln>
                <a:solidFill>
                  <a:prstClr val="black"/>
                </a:solidFill>
                <a:effectLst/>
                <a:uLnTx/>
                <a:uFillTx/>
                <a:ea typeface="+mn-ea"/>
                <a:cs typeface="Times New Roman" panose="02020603050405020304"/>
              </a:rPr>
              <a:t>activities</a:t>
            </a:r>
            <a:r>
              <a:rPr kumimoji="0" lang="en-US" sz="1500" b="0" i="0" u="none" strike="noStrike" kern="0" cap="none" spc="-15" normalizeH="0" baseline="0" noProof="0" dirty="0">
                <a:ln>
                  <a:noFill/>
                </a:ln>
                <a:solidFill>
                  <a:prstClr val="black"/>
                </a:solidFill>
                <a:effectLst/>
                <a:uLnTx/>
                <a:uFillTx/>
                <a:ea typeface="+mn-ea"/>
                <a:cs typeface="Times New Roman" panose="02020603050405020304"/>
              </a:rPr>
              <a:t> </a:t>
            </a:r>
            <a:r>
              <a:rPr kumimoji="0" lang="en-US" sz="1500" b="0" i="0" u="none" strike="noStrike" kern="0" cap="none" spc="0" normalizeH="0" baseline="0" noProof="0" dirty="0">
                <a:ln>
                  <a:noFill/>
                </a:ln>
                <a:solidFill>
                  <a:prstClr val="black"/>
                </a:solidFill>
                <a:effectLst/>
                <a:uLnTx/>
                <a:uFillTx/>
                <a:ea typeface="+mn-ea"/>
                <a:cs typeface="Times New Roman" panose="02020603050405020304"/>
              </a:rPr>
              <a:t>and</a:t>
            </a:r>
            <a:r>
              <a:rPr kumimoji="0" lang="en-US" sz="1500" b="0" i="0" u="none" strike="noStrike" kern="0" cap="none" spc="-20" normalizeH="0" baseline="0" noProof="0" dirty="0">
                <a:ln>
                  <a:noFill/>
                </a:ln>
                <a:solidFill>
                  <a:prstClr val="black"/>
                </a:solidFill>
                <a:effectLst/>
                <a:uLnTx/>
                <a:uFillTx/>
                <a:ea typeface="+mn-ea"/>
                <a:cs typeface="Times New Roman" panose="02020603050405020304"/>
              </a:rPr>
              <a:t> </a:t>
            </a:r>
            <a:r>
              <a:rPr kumimoji="0" lang="en-US" sz="1500" b="0" i="0" u="none" strike="noStrike" kern="0" cap="none" spc="0" normalizeH="0" baseline="0" noProof="0" dirty="0">
                <a:ln>
                  <a:noFill/>
                </a:ln>
                <a:solidFill>
                  <a:prstClr val="black"/>
                </a:solidFill>
                <a:effectLst/>
                <a:uLnTx/>
                <a:uFillTx/>
                <a:ea typeface="+mn-ea"/>
                <a:cs typeface="Times New Roman" panose="02020603050405020304"/>
              </a:rPr>
              <a:t>track</a:t>
            </a:r>
            <a:r>
              <a:rPr kumimoji="0" lang="en-US" sz="1500" b="0" i="0" u="none" strike="noStrike" kern="0" cap="none" spc="-25" normalizeH="0" baseline="0" noProof="0" dirty="0">
                <a:ln>
                  <a:noFill/>
                </a:ln>
                <a:solidFill>
                  <a:prstClr val="black"/>
                </a:solidFill>
                <a:effectLst/>
                <a:uLnTx/>
                <a:uFillTx/>
                <a:ea typeface="+mn-ea"/>
                <a:cs typeface="Times New Roman" panose="02020603050405020304"/>
              </a:rPr>
              <a:t> </a:t>
            </a:r>
            <a:r>
              <a:rPr kumimoji="0" lang="en-US" sz="1500" b="0" i="0" u="none" strike="noStrike" kern="0" cap="none" spc="0" normalizeH="0" baseline="0" noProof="0" dirty="0">
                <a:ln>
                  <a:noFill/>
                </a:ln>
                <a:solidFill>
                  <a:prstClr val="black"/>
                </a:solidFill>
                <a:effectLst/>
                <a:uLnTx/>
                <a:uFillTx/>
                <a:ea typeface="+mn-ea"/>
                <a:cs typeface="Times New Roman" panose="02020603050405020304"/>
              </a:rPr>
              <a:t>allocated</a:t>
            </a:r>
            <a:r>
              <a:rPr kumimoji="0" lang="en-US" sz="1500" b="0" i="0" u="none" strike="noStrike" kern="0" cap="none" spc="-15" normalizeH="0" baseline="0" noProof="0" dirty="0">
                <a:ln>
                  <a:noFill/>
                </a:ln>
                <a:solidFill>
                  <a:prstClr val="black"/>
                </a:solidFill>
                <a:effectLst/>
                <a:uLnTx/>
                <a:uFillTx/>
                <a:ea typeface="+mn-ea"/>
                <a:cs typeface="Times New Roman" panose="02020603050405020304"/>
              </a:rPr>
              <a:t> </a:t>
            </a:r>
            <a:r>
              <a:rPr kumimoji="0" lang="en-US" sz="1500" b="0" i="0" u="none" strike="noStrike" kern="0" cap="none" spc="-10" normalizeH="0" baseline="0" noProof="0" dirty="0">
                <a:ln>
                  <a:noFill/>
                </a:ln>
                <a:solidFill>
                  <a:prstClr val="black"/>
                </a:solidFill>
                <a:effectLst/>
                <a:uLnTx/>
                <a:uFillTx/>
                <a:ea typeface="+mn-ea"/>
                <a:cs typeface="Times New Roman" panose="02020603050405020304"/>
              </a:rPr>
              <a:t>resources.</a:t>
            </a:r>
          </a:p>
        </p:txBody>
      </p:sp>
    </p:spTree>
    <p:extLst>
      <p:ext uri="{BB962C8B-B14F-4D97-AF65-F5344CB8AC3E}">
        <p14:creationId xmlns:p14="http://schemas.microsoft.com/office/powerpoint/2010/main" val="32958122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p:cNvSpPr>
            <a:spLocks noChangeArrowheads="1"/>
          </p:cNvSpPr>
          <p:nvPr/>
        </p:nvSpPr>
        <p:spPr bwMode="auto">
          <a:xfrm>
            <a:off x="103414" y="298973"/>
            <a:ext cx="684484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Expected Results &amp; Impact</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BF565026-973D-5326-A3FE-EC92A02A3A29}"/>
              </a:ext>
            </a:extLst>
          </p:cNvPr>
          <p:cNvSpPr txBox="1"/>
          <p:nvPr/>
        </p:nvSpPr>
        <p:spPr>
          <a:xfrm>
            <a:off x="611560" y="1412776"/>
            <a:ext cx="8136904" cy="2441694"/>
          </a:xfrm>
          <a:prstGeom prst="rect">
            <a:avLst/>
          </a:prstGeom>
          <a:noFill/>
        </p:spPr>
        <p:txBody>
          <a:bodyPr wrap="square" rtlCol="0">
            <a:spAutoFit/>
          </a:bodyPr>
          <a:lstStyle/>
          <a:p>
            <a:pPr marL="355600" marR="323215" indent="-342900">
              <a:lnSpc>
                <a:spcPct val="147000"/>
              </a:lnSpc>
              <a:spcBef>
                <a:spcPts val="100"/>
              </a:spcBef>
              <a:buFont typeface="Arial" panose="020B0604020202020204" pitchFamily="34" charset="0"/>
              <a:buChar char="•"/>
            </a:pPr>
            <a:r>
              <a:rPr lang="en-US" dirty="0">
                <a:cs typeface="Times New Roman" panose="02020603050405020304"/>
              </a:rPr>
              <a:t>Efficient</a:t>
            </a:r>
            <a:r>
              <a:rPr lang="en-US" spc="-60" dirty="0">
                <a:cs typeface="Times New Roman" panose="02020603050405020304"/>
              </a:rPr>
              <a:t> </a:t>
            </a:r>
            <a:r>
              <a:rPr lang="en-US" dirty="0">
                <a:cs typeface="Times New Roman" panose="02020603050405020304"/>
              </a:rPr>
              <a:t>management</a:t>
            </a:r>
            <a:r>
              <a:rPr lang="en-US" spc="-55" dirty="0">
                <a:cs typeface="Times New Roman" panose="02020603050405020304"/>
              </a:rPr>
              <a:t> </a:t>
            </a:r>
            <a:r>
              <a:rPr lang="en-US" dirty="0">
                <a:cs typeface="Times New Roman" panose="02020603050405020304"/>
              </a:rPr>
              <a:t>of</a:t>
            </a:r>
            <a:r>
              <a:rPr lang="en-US" spc="-55" dirty="0">
                <a:cs typeface="Times New Roman" panose="02020603050405020304"/>
              </a:rPr>
              <a:t> </a:t>
            </a:r>
            <a:r>
              <a:rPr lang="en-US" spc="-20" dirty="0">
                <a:cs typeface="Times New Roman" panose="02020603050405020304"/>
              </a:rPr>
              <a:t>disaster-</a:t>
            </a:r>
            <a:r>
              <a:rPr lang="en-US" spc="-10" dirty="0">
                <a:cs typeface="Times New Roman" panose="02020603050405020304"/>
              </a:rPr>
              <a:t>related</a:t>
            </a:r>
            <a:r>
              <a:rPr lang="en-US" spc="-50" dirty="0">
                <a:cs typeface="Times New Roman" panose="02020603050405020304"/>
              </a:rPr>
              <a:t> </a:t>
            </a:r>
            <a:r>
              <a:rPr lang="en-US" spc="-10" dirty="0">
                <a:cs typeface="Times New Roman" panose="02020603050405020304"/>
              </a:rPr>
              <a:t>information</a:t>
            </a:r>
            <a:r>
              <a:rPr lang="en-US" altLang="" spc="-10" dirty="0">
                <a:cs typeface="Times New Roman" panose="02020603050405020304"/>
              </a:rPr>
              <a:t>.</a:t>
            </a:r>
          </a:p>
          <a:p>
            <a:pPr marL="355600" marR="323215" indent="-342900">
              <a:lnSpc>
                <a:spcPct val="147000"/>
              </a:lnSpc>
              <a:spcBef>
                <a:spcPts val="100"/>
              </a:spcBef>
              <a:buFont typeface="Arial" panose="020B0604020202020204" pitchFamily="34" charset="0"/>
              <a:buChar char="•"/>
            </a:pPr>
            <a:r>
              <a:rPr lang="en-US" dirty="0">
                <a:cs typeface="Times New Roman" panose="02020603050405020304"/>
              </a:rPr>
              <a:t>Faster</a:t>
            </a:r>
            <a:r>
              <a:rPr lang="en-US" spc="-55" dirty="0">
                <a:cs typeface="Times New Roman" panose="02020603050405020304"/>
              </a:rPr>
              <a:t> </a:t>
            </a:r>
            <a:r>
              <a:rPr lang="en-US" dirty="0">
                <a:cs typeface="Times New Roman" panose="02020603050405020304"/>
              </a:rPr>
              <a:t>and</a:t>
            </a:r>
            <a:r>
              <a:rPr lang="en-US" spc="-55" dirty="0">
                <a:cs typeface="Times New Roman" panose="02020603050405020304"/>
              </a:rPr>
              <a:t> </a:t>
            </a:r>
            <a:r>
              <a:rPr lang="en-US" dirty="0">
                <a:cs typeface="Times New Roman" panose="02020603050405020304"/>
              </a:rPr>
              <a:t>more</a:t>
            </a:r>
            <a:r>
              <a:rPr lang="en-US" spc="-55" dirty="0">
                <a:cs typeface="Times New Roman" panose="02020603050405020304"/>
              </a:rPr>
              <a:t> </a:t>
            </a:r>
            <a:r>
              <a:rPr lang="en-US" dirty="0">
                <a:cs typeface="Times New Roman" panose="02020603050405020304"/>
              </a:rPr>
              <a:t>accurate</a:t>
            </a:r>
            <a:r>
              <a:rPr lang="en-US" spc="-60" dirty="0">
                <a:cs typeface="Times New Roman" panose="02020603050405020304"/>
              </a:rPr>
              <a:t> </a:t>
            </a:r>
            <a:r>
              <a:rPr lang="en-US" spc="-20" dirty="0">
                <a:cs typeface="Times New Roman" panose="02020603050405020304"/>
              </a:rPr>
              <a:t>resource</a:t>
            </a:r>
            <a:r>
              <a:rPr lang="en-US" spc="-60" dirty="0">
                <a:cs typeface="Times New Roman" panose="02020603050405020304"/>
              </a:rPr>
              <a:t> </a:t>
            </a:r>
            <a:r>
              <a:rPr lang="en-US" spc="-10" dirty="0">
                <a:cs typeface="Times New Roman" panose="02020603050405020304"/>
              </a:rPr>
              <a:t>allocation</a:t>
            </a:r>
            <a:r>
              <a:rPr lang="en-US" altLang="" spc="-10" dirty="0">
                <a:cs typeface="Times New Roman" panose="02020603050405020304"/>
              </a:rPr>
              <a:t>.</a:t>
            </a:r>
            <a:endParaRPr lang="en-US" dirty="0">
              <a:cs typeface="Times New Roman" panose="02020603050405020304"/>
            </a:endParaRPr>
          </a:p>
          <a:p>
            <a:pPr marL="355600" marR="5080" indent="-342900">
              <a:lnSpc>
                <a:spcPct val="147000"/>
              </a:lnSpc>
              <a:buFont typeface="Arial" panose="020B0604020202020204" pitchFamily="34" charset="0"/>
              <a:buChar char="•"/>
            </a:pPr>
            <a:r>
              <a:rPr lang="en-US" dirty="0">
                <a:cs typeface="Times New Roman" panose="02020603050405020304"/>
              </a:rPr>
              <a:t>Improved</a:t>
            </a:r>
            <a:r>
              <a:rPr lang="en-US" spc="-90" dirty="0">
                <a:cs typeface="Times New Roman" panose="02020603050405020304"/>
              </a:rPr>
              <a:t> </a:t>
            </a:r>
            <a:r>
              <a:rPr lang="en-US" spc="-10" dirty="0">
                <a:cs typeface="Times New Roman" panose="02020603050405020304"/>
              </a:rPr>
              <a:t>coordination</a:t>
            </a:r>
            <a:r>
              <a:rPr lang="en-US" spc="-85" dirty="0">
                <a:cs typeface="Times New Roman" panose="02020603050405020304"/>
              </a:rPr>
              <a:t> </a:t>
            </a:r>
            <a:r>
              <a:rPr lang="en-US" dirty="0">
                <a:cs typeface="Times New Roman" panose="02020603050405020304"/>
              </a:rPr>
              <a:t>between</a:t>
            </a:r>
            <a:r>
              <a:rPr lang="en-US" spc="-85" dirty="0">
                <a:cs typeface="Times New Roman" panose="02020603050405020304"/>
              </a:rPr>
              <a:t> </a:t>
            </a:r>
            <a:r>
              <a:rPr lang="en-US" dirty="0">
                <a:cs typeface="Times New Roman" panose="02020603050405020304"/>
              </a:rPr>
              <a:t>disaster</a:t>
            </a:r>
            <a:r>
              <a:rPr lang="en-US" spc="-85" dirty="0">
                <a:cs typeface="Times New Roman" panose="02020603050405020304"/>
              </a:rPr>
              <a:t> </a:t>
            </a:r>
            <a:r>
              <a:rPr lang="en-US" dirty="0">
                <a:cs typeface="Times New Roman" panose="02020603050405020304"/>
              </a:rPr>
              <a:t>response</a:t>
            </a:r>
            <a:r>
              <a:rPr lang="en-US" spc="-90" dirty="0">
                <a:cs typeface="Times New Roman" panose="02020603050405020304"/>
              </a:rPr>
              <a:t> </a:t>
            </a:r>
            <a:r>
              <a:rPr lang="en-US" spc="-10" dirty="0">
                <a:cs typeface="Times New Roman" panose="02020603050405020304"/>
              </a:rPr>
              <a:t>teams</a:t>
            </a:r>
            <a:r>
              <a:rPr lang="en-US" altLang="" spc="-10" dirty="0">
                <a:cs typeface="Times New Roman" panose="02020603050405020304"/>
              </a:rPr>
              <a:t>.</a:t>
            </a:r>
            <a:r>
              <a:rPr lang="en-US" spc="-10" dirty="0">
                <a:cs typeface="Times New Roman" panose="02020603050405020304"/>
              </a:rPr>
              <a:t> </a:t>
            </a:r>
          </a:p>
          <a:p>
            <a:pPr marL="355600" marR="5080" indent="-342900">
              <a:lnSpc>
                <a:spcPct val="147000"/>
              </a:lnSpc>
              <a:buFont typeface="Arial" panose="020B0604020202020204" pitchFamily="34" charset="0"/>
              <a:buChar char="•"/>
            </a:pPr>
            <a:r>
              <a:rPr lang="en-US" dirty="0">
                <a:cs typeface="Times New Roman" panose="02020603050405020304"/>
              </a:rPr>
              <a:t>Reduced</a:t>
            </a:r>
            <a:r>
              <a:rPr lang="en-US" spc="-45" dirty="0">
                <a:cs typeface="Times New Roman" panose="02020603050405020304"/>
              </a:rPr>
              <a:t> </a:t>
            </a:r>
            <a:r>
              <a:rPr lang="en-US" dirty="0">
                <a:cs typeface="Times New Roman" panose="02020603050405020304"/>
              </a:rPr>
              <a:t>manual</a:t>
            </a:r>
            <a:r>
              <a:rPr lang="en-US" spc="-45" dirty="0">
                <a:cs typeface="Times New Roman" panose="02020603050405020304"/>
              </a:rPr>
              <a:t> </a:t>
            </a:r>
            <a:r>
              <a:rPr lang="en-US" dirty="0">
                <a:cs typeface="Times New Roman" panose="02020603050405020304"/>
              </a:rPr>
              <a:t>effort</a:t>
            </a:r>
            <a:r>
              <a:rPr lang="en-US" spc="-45" dirty="0">
                <a:cs typeface="Times New Roman" panose="02020603050405020304"/>
              </a:rPr>
              <a:t> </a:t>
            </a:r>
            <a:r>
              <a:rPr lang="en-US" dirty="0">
                <a:cs typeface="Times New Roman" panose="02020603050405020304"/>
              </a:rPr>
              <a:t>and</a:t>
            </a:r>
            <a:r>
              <a:rPr lang="en-US" spc="-45" dirty="0">
                <a:cs typeface="Times New Roman" panose="02020603050405020304"/>
              </a:rPr>
              <a:t> </a:t>
            </a:r>
            <a:r>
              <a:rPr lang="en-US" dirty="0">
                <a:cs typeface="Times New Roman" panose="02020603050405020304"/>
              </a:rPr>
              <a:t>data</a:t>
            </a:r>
            <a:r>
              <a:rPr lang="en-US" spc="-40" dirty="0">
                <a:cs typeface="Times New Roman" panose="02020603050405020304"/>
              </a:rPr>
              <a:t> </a:t>
            </a:r>
            <a:r>
              <a:rPr lang="en-US" spc="-10" dirty="0">
                <a:cs typeface="Times New Roman" panose="02020603050405020304"/>
              </a:rPr>
              <a:t>redundancy</a:t>
            </a:r>
            <a:r>
              <a:rPr lang="en-US" altLang="" spc="-10" dirty="0">
                <a:cs typeface="Times New Roman" panose="02020603050405020304"/>
              </a:rPr>
              <a:t>.</a:t>
            </a:r>
            <a:endParaRPr lang="en-US" dirty="0">
              <a:cs typeface="Times New Roman" panose="02020603050405020304"/>
            </a:endParaRPr>
          </a:p>
          <a:p>
            <a:pPr marL="355600" indent="-342900">
              <a:lnSpc>
                <a:spcPct val="100000"/>
              </a:lnSpc>
              <a:spcBef>
                <a:spcPts val="1180"/>
              </a:spcBef>
              <a:buFont typeface="Arial" panose="020B0604020202020204" pitchFamily="34" charset="0"/>
              <a:buChar char="•"/>
            </a:pPr>
            <a:r>
              <a:rPr lang="en-US" spc="-10" dirty="0">
                <a:cs typeface="Times New Roman" panose="02020603050405020304"/>
              </a:rPr>
              <a:t>Secure</a:t>
            </a:r>
            <a:r>
              <a:rPr lang="en-US" spc="-50" dirty="0">
                <a:cs typeface="Times New Roman" panose="02020603050405020304"/>
              </a:rPr>
              <a:t> </a:t>
            </a:r>
            <a:r>
              <a:rPr lang="en-US" dirty="0">
                <a:cs typeface="Times New Roman" panose="02020603050405020304"/>
              </a:rPr>
              <a:t>and</a:t>
            </a:r>
            <a:r>
              <a:rPr lang="en-US" spc="-45" dirty="0">
                <a:cs typeface="Times New Roman" panose="02020603050405020304"/>
              </a:rPr>
              <a:t> </a:t>
            </a:r>
            <a:r>
              <a:rPr lang="en-US" spc="-10" dirty="0">
                <a:cs typeface="Times New Roman" panose="02020603050405020304"/>
              </a:rPr>
              <a:t>reliable</a:t>
            </a:r>
            <a:r>
              <a:rPr lang="en-US" spc="-45" dirty="0">
                <a:cs typeface="Times New Roman" panose="02020603050405020304"/>
              </a:rPr>
              <a:t> </a:t>
            </a:r>
            <a:r>
              <a:rPr lang="en-US" dirty="0">
                <a:cs typeface="Times New Roman" panose="02020603050405020304"/>
              </a:rPr>
              <a:t>system</a:t>
            </a:r>
            <a:r>
              <a:rPr lang="en-US" spc="-45" dirty="0">
                <a:cs typeface="Times New Roman" panose="02020603050405020304"/>
              </a:rPr>
              <a:t> </a:t>
            </a:r>
            <a:r>
              <a:rPr lang="en-US" dirty="0">
                <a:cs typeface="Times New Roman" panose="02020603050405020304"/>
              </a:rPr>
              <a:t>for</a:t>
            </a:r>
            <a:r>
              <a:rPr lang="en-US" spc="-40" dirty="0">
                <a:cs typeface="Times New Roman" panose="02020603050405020304"/>
              </a:rPr>
              <a:t> </a:t>
            </a:r>
            <a:r>
              <a:rPr lang="en-US" dirty="0">
                <a:cs typeface="Times New Roman" panose="02020603050405020304"/>
              </a:rPr>
              <a:t>disaster</a:t>
            </a:r>
            <a:r>
              <a:rPr lang="en-US" spc="-45" dirty="0">
                <a:cs typeface="Times New Roman" panose="02020603050405020304"/>
              </a:rPr>
              <a:t> </a:t>
            </a:r>
            <a:r>
              <a:rPr lang="en-US" spc="-10" dirty="0">
                <a:cs typeface="Times New Roman" panose="02020603050405020304"/>
              </a:rPr>
              <a:t>management</a:t>
            </a:r>
            <a:r>
              <a:rPr lang="en-US" altLang="" spc="-10" dirty="0">
                <a:cs typeface="Times New Roman" panose="02020603050405020304"/>
              </a:rPr>
              <a:t>.</a:t>
            </a:r>
          </a:p>
          <a:p>
            <a:endParaRPr lang="en-IN" dirty="0"/>
          </a:p>
        </p:txBody>
      </p:sp>
    </p:spTree>
    <p:extLst>
      <p:ext uri="{BB962C8B-B14F-4D97-AF65-F5344CB8AC3E}">
        <p14:creationId xmlns:p14="http://schemas.microsoft.com/office/powerpoint/2010/main" val="2562604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0" y="0"/>
            <a:ext cx="9180512" cy="6858000"/>
          </a:xfr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p:cNvSpPr txBox="1"/>
          <p:nvPr/>
        </p:nvSpPr>
        <p:spPr>
          <a:xfrm>
            <a:off x="1835696" y="2708920"/>
            <a:ext cx="5651034" cy="1200329"/>
          </a:xfrm>
          <a:prstGeom prst="rect">
            <a:avLst/>
          </a:prstGeom>
          <a:noFill/>
        </p:spPr>
        <p:txBody>
          <a:bodyPr wrap="none" rtlCol="0">
            <a:spAutoFit/>
          </a:bodyPr>
          <a:lstStyle/>
          <a:p>
            <a:pPr algn="ctr"/>
            <a:r>
              <a:rPr lang="en-US" sz="7200" dirty="0">
                <a:solidFill>
                  <a:srgbClr val="0060AA"/>
                </a:solidFill>
                <a:latin typeface="Garamond" pitchFamily="18" charset="0"/>
              </a:rPr>
              <a:t>THANK</a:t>
            </a:r>
            <a:r>
              <a:rPr lang="en-US" sz="7200" dirty="0">
                <a:latin typeface="Garamond" pitchFamily="18" charset="0"/>
              </a:rPr>
              <a:t> </a:t>
            </a:r>
            <a:r>
              <a:rPr lang="en-US" sz="7200" dirty="0">
                <a:solidFill>
                  <a:srgbClr val="E31E24"/>
                </a:solidFill>
                <a:latin typeface="Garamond" pitchFamily="18" charset="0"/>
              </a:rPr>
              <a:t>YOU</a:t>
            </a:r>
            <a:endParaRPr lang="en-IN" sz="7200" dirty="0">
              <a:latin typeface="Garamond" pitchFamily="18" charset="0"/>
            </a:endParaRPr>
          </a:p>
        </p:txBody>
      </p:sp>
    </p:spTree>
    <p:extLst>
      <p:ext uri="{BB962C8B-B14F-4D97-AF65-F5344CB8AC3E}">
        <p14:creationId xmlns:p14="http://schemas.microsoft.com/office/powerpoint/2010/main" val="38581981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6338</TotalTime>
  <Words>1360</Words>
  <Application>Microsoft Office PowerPoint</Application>
  <PresentationFormat>On-screen Show (4:3)</PresentationFormat>
  <Paragraphs>182</Paragraphs>
  <Slides>16</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Garamond</vt:lpstr>
      <vt:lpstr>Times New Roman</vt:lpstr>
      <vt:lpstr>Verdana</vt:lpstr>
      <vt:lpstr>Office Theme</vt:lpstr>
      <vt:lpstr>PowerPoint Presentation</vt:lpstr>
      <vt:lpstr>Disaster Allocation System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WEBDEV</dc:creator>
  <cp:lastModifiedBy>jhas89719@outlook.com</cp:lastModifiedBy>
  <cp:revision>317</cp:revision>
  <cp:lastPrinted>2022-09-05T08:43:44Z</cp:lastPrinted>
  <dcterms:created xsi:type="dcterms:W3CDTF">2020-01-16T09:05:56Z</dcterms:created>
  <dcterms:modified xsi:type="dcterms:W3CDTF">2026-04-09T05:59:46Z</dcterms:modified>
</cp:coreProperties>
</file>